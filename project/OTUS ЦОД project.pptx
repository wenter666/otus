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ink/ink1.xml" ContentType="application/inkml+xml"/>
  <Override PartName="/ppt/notesSlides/notesSlide9.xml" ContentType="application/vnd.openxmlformats-officedocument.presentationml.notesSlide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10.xml" ContentType="application/vnd.openxmlformats-officedocument.presentationml.notesSlide+xml"/>
  <Override PartName="/ppt/ink/ink5.xml" ContentType="application/inkml+xml"/>
  <Override PartName="/ppt/notesSlides/notesSlide11.xml" ContentType="application/vnd.openxmlformats-officedocument.presentationml.notesSlide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3" r:id="rId1"/>
    <p:sldMasterId id="2147483680" r:id="rId2"/>
  </p:sldMasterIdLst>
  <p:notesMasterIdLst>
    <p:notesMasterId r:id="rId24"/>
  </p:notesMasterIdLst>
  <p:sldIdLst>
    <p:sldId id="269" r:id="rId3"/>
    <p:sldId id="257" r:id="rId4"/>
    <p:sldId id="258" r:id="rId5"/>
    <p:sldId id="259" r:id="rId6"/>
    <p:sldId id="260" r:id="rId7"/>
    <p:sldId id="261" r:id="rId8"/>
    <p:sldId id="262" r:id="rId9"/>
    <p:sldId id="264" r:id="rId10"/>
    <p:sldId id="263" r:id="rId11"/>
    <p:sldId id="267" r:id="rId12"/>
    <p:sldId id="268" r:id="rId13"/>
    <p:sldId id="265" r:id="rId14"/>
    <p:sldId id="266" r:id="rId15"/>
    <p:sldId id="270" r:id="rId16"/>
    <p:sldId id="271" r:id="rId17"/>
    <p:sldId id="272" r:id="rId18"/>
    <p:sldId id="273" r:id="rId19"/>
    <p:sldId id="274" r:id="rId20"/>
    <p:sldId id="275" r:id="rId21"/>
    <p:sldId id="277" r:id="rId22"/>
    <p:sldId id="276" r:id="rId2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227">
          <p15:clr>
            <a:srgbClr val="9AA0A6"/>
          </p15:clr>
        </p15:guide>
        <p15:guide id="3" orient="horz" pos="179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96284A0-B14C-4C2D-B731-6C7B5FDCEEF5}">
  <a:tblStyle styleId="{E96284A0-B14C-4C2D-B731-6C7B5FDCEEF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1" d="100"/>
          <a:sy n="141" d="100"/>
        </p:scale>
        <p:origin x="744" y="120"/>
      </p:cViewPr>
      <p:guideLst>
        <p:guide pos="5533"/>
        <p:guide pos="227"/>
        <p:guide orient="horz" pos="17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448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117.5853" units="1/cm"/>
          <inkml:channelProperty channel="Y" name="resolution" value="67.28972" units="1/cm"/>
          <inkml:channelProperty channel="T" name="resolution" value="1" units="1/dev"/>
        </inkml:channelProperties>
      </inkml:inkSource>
      <inkml:timestamp xml:id="ts0" timeString="2026-03-16T17:30:08.91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15915 8404 0,'10'0'93,"0"0"-93,-10-10 0,9 10 16,-9-10-16,0 0 16,0 0-16,0-10 15,10 20-15,-10-10 0,0 0 0,0-9 0,0 9 16,0 0-16,0 0 0,0-10 0,0 10 0,0 0 15,0-10-15,0 10 0,0 0 0,0 1 0,0-1 0,0 0 0,0-10 16,0 10-16,0 0 0,0 0 0,0 0 0,0 0 0,0-10 0,0 10 0,-10 10 16,10-19-16,-9 19 0,9-10 0,0-10 0,-10 20 0,10-20 0,-10 10 0,0 10 15,10-20-15,-10 10 0,0-9 0,-10 9 0,10-10 0,-20 0 0,20 10 0,1 0 16,-11-10-16,10 0 0,-10 1 0,10 19 0,-10-20 0,10 10 0,0-10 16,-19 10-16,29 0 0,-20 0 0,10 0 0,-10 0 0,20-10 0,-10 20 0,0-9 15,0 9-15,0-20 0,0 10 0,0 0 0,10-10 16,-19 20-16,19-10 0,-20 10 0,20-10 0,-10-10 0,0 20 15,0-10-15,0 0 0,0 1 0,0-1 0,-10 0 0,10-10 16,-19 10-16,19 0 0,-10 0 0,0-10 0,-10 10 0,10-10 0,1 11 0,-41-21 16,30 10-16,10 10 0,-29-10 0,19 0 0,10 20 0,-10-29 15,1 19-15,-11 10 0,20-20 0,-10 0 0,20 20 0,-19-10 0,-1 0 0,20 0 16,-20 10-16,20-20 0,-19 20 0,19-10 0,0 10 0,-10 0 0,0-9 0,10 9 16,0 0-16,0-10 0,0 0 0,0 10 0,-9 0 0,9 0 0,10-10 0,-10 10 15,-10 0-15,10 0 0,0-10 0,-10 0 0,10 10 0,0 0 0,-9-10 16,9 10-16,-10-10 0,0 0 0,0 10 0,0 0 0,-10-10 0,11 0 0,-1 0 0,-10 10 15,0-10-15,-9 1 0,9-1 0,0 10 0,-10-20 0,11 10 0,-21 0 0,20 10 16,0-10-16,1 0 0,-1 10 0,10 0 0,0-10 0,-10 10 0,11-10 16,9 10-16,0 0 0,0 0 0,0 0 0,0 0 0,0 0 0,0 0 15,0 0-15,0 0 0,10 10 16,-10-10-16,0 10 0,1-10 0,-1 0 16,10 10-16,-10-10 0,0 10 0,0-10 0,0 10 15,0-10-15,0 0 0,-10 10 0,10 0 0,0-10 0,-9 0 0,9 10 16,-10-10-16,10 10 0,-10-10 0,0 0 0,10 0 0,0 9 0,0-9 15,10 10-15,-19-10 0,-1 0 0,10 0 0,0 0 0,-10 10 0,10-10 0,0 10 16,-10-10-16,10 0 0,-9 10 0,9-10 0,0 0 0,0 0 16,0 10-16,0 0 0,-10-10 0,10 0 0,-10 10 0,10-10 15,1 0-15,-1 10 0,0-10 0,0 0 0,0 0 0,-10 0 16,20 10-16,-10-10 0,0 0 0,0 0 0,0 10 0,-10-10 0,20 10 0,-19-10 16,9 0-16,-10 0 0,10 0 0,0 19 0,0-19 0,-10 0 0,10 0 0,0 10 15,-9-10-15,9 0 0,0 10 0,-10-10 0,10 0 0,0 10 0,0 0 0,0-10 16,-10 0-16,10 0 0,-9 10 0,9-10 0,0 10 0,-10-10 0,0 0 15,10 0-15,-10 0 0,10 10 0,0-10 0,1 0 0,-1 0 16,0 0-16,0 0 0,0 0 0,0 0 0,0 0 0,-10 0 0,10 0 16,-10 0-16,10 0 0,1 0 0,-1 0 15,0 0-15,0 0 0,0 0 0,0 0 0,0 0 16,10 10-16,-10-10 0,0 0 0,10 10 0,-20-10 0,10 10 16,0 0-16,1-1 0,-11 1 0,10 0 0,10 0 15,-20-10-15,10 10 0,0 0 0,10 0 0,-20-10 0,10 20 0,0-20 0,0 10 16,-9-10-16,19 10 0,-10 0 0,0-10 0,10 10 0,-10-10 15,0 0-15,10 9 0,-10 1 0,10 0 0,-10-10 0,0 10 16,10 0-16,-10-10 0,10 10 0,0 0 0,0 0 16,-10-10-16,10 20 0,0-10 0,0 0 0,0 0 15,0 9-15,-10-9 0,1-10 0,9 20 0,0-10 0,0 0 16,-10 0-16,10 10 0,-10-10 0,10 10 0,-10-20 0,10 9 0,-10 11 16,0-10-16,10 10 0,-10-10 0,0 0 0,10 0 0,-10 0 0,0 0 0,10 10 15,-10-11-15,0 1 0,0 10 0,10-10 0,-9 0 0,-1 0 0,10 0 16,-10 0-16,10 0 0,-10 0 0,10 0 0,-10-10 0,0 19 0,10-9 15,-10 0-15,10 0 0,0 0 0,-10 0 0,10 0 0,-10-10 16,10 20-16,0-10 0,0 10 0,0-11 0,0 11 0,0-10 16,0 10-16,0-10 0,0 0 0,0 0 0,0 0 0,0 0 0,0 10 15,0-1-15,0-9 0,0 0 0,0 0 0,0 10 0,0-10 0,0 0 16,0 0-16,0 0 0,0 0 0,0 0 0,0-1 0,0 1 0,0 0 0,0 10 16,0-10-16,0 0 0,0 0 0,0 0 0,0 0 0,0 0 15,0 10-15,0-11 0,0 1 0,0 0 0,0 0 0,-10 0 16,10 10-16,0-10 0,-10 0 0,10 0 0,0 0 0,0 0 0,0-1 15,0 11-15,-10-10 0,10 10 0,0-10 0,0 0 0,0 10 0,0 10 0,0-21 16,0 1-16,0 10 0,0 0 0,0 0 0,0 0 0,0-10 0,0 10 0,0-1 16,0 1-16,10-10 0,-10 20 0,10-10 0,0 0 0,0-1 0,-10-9 15,20 20-15,-20-10 0,10-10 0,-10 10 0,20 10 0,-20-11 0,10-9 0,9 20 16,-19-10-16,10 0 0,10 0 0,-20 9 0,10-9 0,10 10 0,-20-10 0,20 0 16,-10-1-16,0 11 0,10-10 0,-11 0 0,-9 0 0,20 0 0,-10 9 0,-10-19 15,10 0-15,0 20 0,10-10 0,-20 0 0,10-10 0,-10 9 0,10-9 0,-10 0 16,0 0-16,10 10 0,0-10 0,-10 0 0,0 0 0,9 10 15,-9-10-15,0 0 0,10-1 0,-10 11 0,0-10 16,0 10-16,10-10 0,-10 0 0,0 0 16,0 0-16,10 0 0,-10 0 0,10-1 0,0 1 0,-10 0 0,10 10 15,0-20-15,0 20 0,0-20 0,0 20 0,0-10 0,9 0 0,-19 10 0,20-20 16,-10 19-16,10-9 0,-20 10 0,30-10 0,-20 10 0,0-20 0,0 10 0,0 10 16,9-20-16,-9 20 0,10-11 0,-10 11 0,0-20 0,0 10 0,0 0 15,10 10-15,-10-20 0,0 20 0,-1-20 0,1 10 0,-10 0 0,10-10 0,-10 10 16,20-10-16,-20 19 0,10-19 0,-10 10 0,10 0 0,-10 0 15,10 0-15,0 0 0,-10 0 16,10-10-16,-10 10 0,0 0 0,10-10 0,-10 10 0,20 0 16,-20 0-16,9 9 0,1-19 0,-10 10 0,20 10 0,-10-10 0,0 0 0,0 0 15,0 0-15,10 0 0,-10 10 0,10-10 0,-11 0 0,1-1 0,10 11 16,0 0-16,0-10 0,0 10 0,-10-10 0,9-10 0,11 20 0,-20-1 16,10-9-16,10 0 0,-10 0 0,-1 10 0,1-20 0,0 10 0,-10 0 0,20 0 0,-10 0 15,-10 0-15,9-10 0,11 10 0,-10 0 0,-10-10 0,10 0 0,-10 9 16,20 1-16,-21-10 0,11 10 0,0 0 0,0-10 0,-10 0 0,0 10 0,10-10 0,-1 0 15,-9 10-15,10 0 0,0 0 0,-10-10 0,10 0 0,0 20 0,-10-20 16,9 0-16,1 20 0,0-20 0,-10 10 0,0-10 0,20 19 0,-20-19 0,10 10 16,-11-10-16,21 20 0,-20-20 0,10 10 0,0 0 0,-10 0 0,10 0 0,-1 0 15,-9-10-15,10 10 0,0 0 0,-10-10 0,0 0 0,10 10 0,-10 9 0,0-19 16,9 0-16,-9 10 0,10-10 0,0 10 0,-10-10 0,0 10 0,10 0 0,-10-10 16,10 0-16,-11 10 0,11-10 0,-10 0 0,10 10 0,-10 0 0,10-10 15,-10 0-15,0 0 0,9 0 0,1 0 0,-10 0 0,0 0 0,10 0 16,-10 0-16,0 0 0,10 0 0,-10-10 0,9 10 0,1-20 0,-10 10 15,0 10-15,0-10 0,0 0 0,0 0 0,0 0 0,10 1 0,0-11 16,-11 10-16,1 0 0,0 0 0,0-10 0,0 20 0,10-10 0,-20 0 16,10-10-16,0 20 0,10-19 0,-10 9 0,0 10 0,-1-10 0,1 10 15,10-20-15,-10 10 0,10 0 0,-10 0 0,0 10 0,10-10 0,-10 0 0,-1 0 16,11 0-16,-10 10 0,10-10 0,-10-9 0,10 19 0,0-10 0,-10 0 0,0-10 16,9 10-16,-9 10 0,0-20 0,0 20 0,10-20 0,-20 10 0,10 0 0,0 10 15,0-19-15,0 9 0,-10 0 0,10-10 0,0 0 0,-1 10 0,-9-10 16,0 10-16,10-9 0,-10-1 0,20 0 0,-20 0 0,0 0 0,0 10 0,20-10 15,-20 1-15,0-1 0,10 10 0,0-10 0,0 0 0,0 0 0,0 10 16,0-9-16,9 9 0,-19-10 0,20 0 0,-10 10 0,10-10 0,0 10 16,-10 0-16,10-10 0,-10 11 0,0 9 0,9-10 0,-19 0 0,10 10 15,0-20-15,0 20 0,0-10 0,-10 0 0,10 10 0,-10-10 0,10 10 0,-10-20 16,0 10-16,10 10 0,-10-20 0,10 11 0,-10-1 0,0-10 0,0 10 16,10 0-16,-10 0 0,0 0 0,0 0 0,0 0 0,10 0 15,-10 0-15,0 0 0,0 1 0,0-11 0,0 10 0,0-10 0,0 0 16,0 0-16,0 10 0,0-9 0,0 9 0,0 0 0,0 0 0,0-10 0,0 10 15,0 0-15,0 0 0,0 0 0,0 0 0,0 0 0,0 0 16,0 1-16,10 9 16,-10-10-16,9 10 0,-9-10 0,10 10 15,-10-10-15,10-10 0,0 20 16,-10-10-16,0 0 0,0 0 0,0 0 0,0 0 16,0 0-16,0 0 0,0 1 0,0-1 0,0 0 0,0 0 0,0 0 0,0 0 15,0 0-15,0 0 0,0-10 0,0 10 0,0-10 0,0 11 16,0-1-16,0 0 0,0 0 0,0 0 0,0 0 15,0 0-15,10 0 0,-10 0 0,0 0 0,10 10 0,-10-10 16,10-9-16,-10 9 0,0 0 0,10 10 0,-10-10 0,10 0 16,0 0-16,-10 0 0,0-10 0,10 20 0,-10-10 0,10-10 15,-1 20-15,-9-10 0,0 1 0,0-1 0,10 0 0,-10 0 16,0 0-16,0 0 0,10 0 16,-10 0-16,10 10 0,0-10 0,-10 0 0,10 10 0,0-10 15,0 10-15,0-10 16,0 10-16,-10-10 0,10 10 0,-10-9 0,10 9 15,-10-10-15,10 10 0,-10-10 0,0 0 16,0 0-16,9 10 0,-9-10 0,0 0 16,10 10-16,0-10 0,-10 0 0,10 10 15,-10-10-15,10 10 0,-10-10 0,10 10 16,-10-10-16,0 0 0,10 10 0,0 0 16,-10-9-16,10 9 0,0-10 0,0 10 15,-10-10-15,10 0 0,0 10 16,-10-10-16,9 10 0,-9-10 0,10 10 15,-10-10-15,0 0 0,0 0 16,10 10-16,-10-10 16,10 10-16,-10-10 0,0 0 15,0 0-15,10 10 0,0-9 16,0 9 0,-10-10-16,10 10 0,0-10 0,-10 0 15,0 0-15,0 0 0,0 0 16,0 0-16,0 0 15,0 0-15,0 0 0,0 0 0,0 0 0,0 1 16,0-1-16,0 0 0,0 0 16,0 0-16,0 0 15,0 0 1,0 0 0,0 0-1,0 0 1,0 0-1,0 0-15,0 1 16,0-1-16,0 0 0,0 0 16,0 0 93,0 0-93,0 0-16,0 0 15,0 0-15,-10 0 16,0 0-16,10 0 0,-10 0 16,10 1-1,-10 9-15,10-10 31,-10 10-15,0 0 0,10-10-16,0 0 0,-10 10 0,10-10 0,-10 10 15,10-10-15,-9 10 0,-1-10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448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117.5853" units="1/cm"/>
          <inkml:channelProperty channel="Y" name="resolution" value="67.28972" units="1/cm"/>
          <inkml:channelProperty channel="T" name="resolution" value="1" units="1/dev"/>
        </inkml:channelProperties>
      </inkml:inkSource>
      <inkml:timestamp xml:id="ts0" timeString="2026-03-16T17:30:24.58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6757 9386 0,'10'0'32,"0"0"-32,0 0 0,-1 0 0,11 0 0,-10 0 0,-10 10 15,20-10-15,-10 0 0,0 10 0,10-10 0,-10 0 0,0 0 0,9 20 0,11-20 16,-20 0-16,0 0 0,10 10 0,-10-10 0,10 0 0,-10 0 0,9 10 0,-9-10 16,10 0-16,-10 0 0,10 0 0,-10 0 0,0 0 0,10 10 0,0-10 0,-11 9 15,11-9-15,0 0 0,-10 0 0,0 0 0,0 0 0,0 0 0,10 0 16,-10 0-16,9 0 0,-9 10 0,10-10 0,0 10 0,0-10 0,-10 0 0,20 0 15,-21 0-15,1 0 0,20 0 0,-20 0 0,10 0 0,10 0 0,-10 0 0,-1 0 16,31 0-16,-30 0 0,0 0 0,0 0 0,9 0 0,1 0 16,-10 0-16,10 0 0,-10 0 0,-1 0 0,11 0 0,-10 0 0,0 0 0,0 0 15,9 0-15,-9 0 0,0-10 0,0 10 0,10 0 0,-10 0 0,-11 0 16,11-10-16,0 10 0,-10 0 0,0-9 0,10 9 0,0 0 0,0-10 16,-20 0-16,9 10 0,1 0 0,0-10 0,0 10 0,-10-10 0,10 10 15,-10-10-15,10 10 0,0 0 0,-10-10 0,10 10 0,-10-10 0,10 10 16,-10-10-16,10 10 0,0-10 0,0 10 0,-10-10 0,10 10 0,-1-10 15,1 10-15,-10-10 0,20 10 0,-10-9 0,0 9 16,0-10-16,-10 0 0,10 10 0,0-10 0,0 10 16,0-10-16,0 10 0,-10-10 0,0 0 0,0 0 15,0 0-15,0 0 0,0 0 0,0 0 16,0 1-16,0-1 0,-10 0 0,10 0 0,-10 0 0,0-10 16,0 20-16,0-10 0,0 0 0,0-10 0,0 10 0,0 0 0,0 1 0,0 9 15,1-10-15,-1 10 0,10-20 0,-10 20 0,0 0 0,0 0 0,-10-10 16,10 10-16,0 0 0,0 0 15,0 0-15,0 0 0,0 0 0,1 0 0,-1 0 16,0-10-16,0 10 0,-10 0 0,10 0 0,0 0 0,0 0 16,-10 0-16,0 0 0,11 0 0,-1 0 0,0 0 0,-20 0 0,10 0 0,10 0 15,-10 0-15,1 0 0,-11 0 0,10 0 0,-10 0 0,0 0 0,11 0 0,-11 0 16,0 0-16,10 0 0,0 0 0,-9 0 0,-1 0 0,10 0 0,-10 0 0,10 0 16,0 0-16,1 0 0,-11 0 0,10 0 0,0 0 0,0 0 0,0 0 15,11 0-15,-11 0 0,0 0 0,10 0 0,-10 0 0,0 0 0,10 0 0,0 0 16,0 0-16,-9 0 0,9 0 0,0 0 0,0 0 0,0 0 0,0 0 0,0 0 15,10 10-15,-20-10 0,10 0 0,0 0 0,1 10 0,-1-10 0,0 10 0,0-10 16,0 10-16,0-10 0,-10 10 0,20-1 0,-20-9 0,10 10 0,0-10 16,0 10-16,1 0 0,-1-10 0,0 10 0,0 0 0,-10 0 0,10 0 0,-10 0 15,10 0-15,0 0 0,-10-10 0,20 10 0,-9 0 0,-1-1 16,10 1-16,-10-10 0,0 10 0,0 10 0,0-10 0,10 0 16,0 0-16,-10-10 0,0 0 0,10 10 0,0 0 15,0 0 1,0 0 15,0-1-15</inkml:trace>
  <inkml:trace contextRef="#ctx0" brushRef="#br0" timeOffset="2946.37">724 9515 0,'0'10'62,"0"0"-62,0 0 0,0 0 16,0 0-16,0 0 15,0 0-15,0-1 0,0 1 0,0 0 16,0 0-16,0 0 16,0 0-16,0 0 0,0 0 15,0 0-15,0 0 16,0 0-16,0 0 15,-10 0-15,10-1 0,0 1 16,-10-10-16,10 10 0,-9 0 0,9 0 0,0 0 16,0 0-16,0 0 0,0 0 15,0 10-15,0-10 16,0-1-16,0 11 0,0-10 16,0 0-1,-10-10 16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448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117.5853" units="1/cm"/>
          <inkml:channelProperty channel="Y" name="resolution" value="67.28972" units="1/cm"/>
          <inkml:channelProperty channel="T" name="resolution" value="1" units="1/dev"/>
        </inkml:channelProperties>
      </inkml:inkSource>
      <inkml:timestamp xml:id="ts0" timeString="2026-03-16T17:30:41.77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13464 12740 0,'-10'0'47,"0"0"-47,-10 0 0,10 0 0,0 0 0,-9 0 16,9 0-16,0 0 0,0 0 0,0 0 0,0 0 0,-10 0 16,10-10-16,-10 10 0,10 0 0,-9-10 0,9 0 0,-10 10 0,0 0 0,-10-10 0,20 0 15,-39-10-15,29 10 0,0 0 0,-10 10 0,10-10 0,1 1 16,-21-1-16,20 0 0,-10 0 0,1-10 0,9 20 0,-10-20 0,-10 10 0,20 10 15,-9-10-15,-11 0 0,10-10 0,-10 20 0,1-9 0,9-1 0,-10 0 0,11 0 16,-1 10-16,-20-10 0,20 10 0,-9 0 0,9-10 0,-10 0 0,1 10 0,-1 0 16,-30 0-16,1 0 0,29 0 0,11 0 0,-11 0 0,-20 0 15,31 0-15,-1 0 0,-10 0 0,10 0 0,-9 0 0,9 0 0,-10 0 16,10 0-16,1 0 0,-11 0 0,10 0 0,-9 0 0,9 0 0,0 0 0,-10 0 16,1 0-16,9 0 0,-10 0 0,-9 0 0,19 0 0,0 0 0,-10 0 0,-19 0 15,19-10-15,10 0 0,-9 10 0,-21-20 0,20 20 0,-19-20 0,29 20 0,-10-9 16,-9-1-16,19 0 0,-10 0 0,-9 0 0,9 0 0,10 0 0,-9 0 15,-1-10-15,20 20 0,-10-10 0,1 10 0,-1-19 0,10 19 0,-20-10 0,20 10 0,1-20 16,-1 10-16,0 10 0,-10-10 0,10 10 0,10-10 0,-9 0 0,-1 10 16,-10 0-16,20 0 0,0-10 0,-20 10 0,10-10 0,1 10 0,9 0 0,-10 0 15,0-20-15,-10 20 0,20 0 0,-10 0 0,-9-10 0,9 1 0,0 9 0,0-10 16,0 10-16,1 0 0,-11-10 0,10 0 0,-10 0 0,0 10 0,1-10 0,9 0 16,-10 0-16,10 10 0,-10-10 0,1 0 0,-1 0 0,0 10 0,10 0 15,-10-10-15,1 0 0,-1 1 0,10 9 0,0 0 0,-9-10 0,9 0 0,0 10 16,0 0-16,10 0 0,-20-10 0,10 10 0,1 0 0,9 0 0,0 0 0,-10 0 15,10 0-15,0 0 0,0 0 0,0-10 0,0 10 0,-10 0 0,20-10 0,-9 10 16,-11 0-16,10 0 0,0 0 0,-10-10 0,0 10 0,10-10 16,-10 10-16,10 0 0,-19-20 0,19 20 0,0 0 0,-10-10 0,-10 0 0,20 0 15,-10 10-15,-9-9 0,9-1 0,0 0 0,0 10 0,10 0 0,-20-10 0,11-10 16,-1 20-16,0-10 0,0 10 0,0-10 0,0 10 0,1 0 0,-1-10 0,0 0 16,0 10-16,10 0 0,0-10 0,-10 10 0,1 0 0,-1-10 0,10 1 15,0 9-15,-10 0 0,10 0 0,0-10 0,0 0 0,0 10 16,0 0-16,-9 0 0,9-10 0,0 10 0,0 0 15,0 0-15,10-10 0,-10 10 0,10-10 0,-20 10 0,10 0 0,0-10 16,0 10-16,0-10 0,-9 0 0,9 0 0,0 10 0,-10-10 0,0 10 16,10-10-16,0 0 0,-10 10 0,1-9 0,9 9 0,-10-10 0,10 10 0,0 0 15,0-20-15,0 20 0,-10 0 0,10-10 0,0 10 0,-9 0 0,9 0 16,-10-10-16,10 10 0,0 0 0,0 0 0,-10 0 16,10 0-16,0 0 15,0-10-15,0 10 0,1-10 16,-1 10-16,-10 0 0,10-10 15,0 10-15,0 0 0,-10 0 0,10 0 0,10-10 0,-20 0 16,10 10-16,1 0 0,-11 0 0,0-10 0,10 10 0,0 0 0,-20-10 16,20 10-16,0 0 0,-9 0 0,-1 0 0,10-9 0,-10-1 0,0 10 0,10 0 0,0 0 15,0 0-15,-10 0 0,11 0 0,-1-10 0,0 10 0,0 0 0,0 0 16,-10 0-16,10-10 0,0 10 0,0 0 0,-10 0 0,1-10 16,9 10-16,0 0 0,-10 0 0,10-10 0,-10 10 15,10 0-15,0-10 0,-10 10 0,11 0 0,-11-10 0,10 10 0,-10-10 0,0 10 16,10 0-16,-20-10 0,11 0 0,-1 0 0,-10 10 0,10-10 0,0 10 15,-10-19-15,1 19 0,-1-10 0,10 10 0,-10-10 0,1 0 0,-1 10 0,0-20 16,0 20-16,-9-20 0,9 20 0,0-10 0,0 10 0,10-10 0,-9 0 0,-1 10 16,10 0-16,-10-10 0,1 10 0,19 0 0,-20 0 0,10 0 0,0 0 0,0 0 15,0 0-15,11-9 0,-11 9 0,10 0 0,-10-10 0,10 10 0,-10 0 0,0 0 16,10 0-16,0 0 0,1-10 0,-11 10 0,10 0 0,0-10 0,-10 10 0,10 0 16,-10-10-16,0 0 0,11 0 0,-1 10 0,-10 0 0,10-10 0,-10 0 15,0 0-15,0 10 0,0-20 0,11 20 0,-11-10 0,-10 1 0,20-1 0,0 10 16,-20-10-16,10 0 0,11 0 0,-11 0 0,-10 0 0,20 10 0,0-10 0,-10 0 15,10 10-15,-10-10 0,1 0 0,9 10 0,0-10 0,-10 1 0,10 9 0,0-10 16,-10 0-16,10 10 0,10-10 0,-10 10 16,1 0 15,-1-10-15,0 10-16,0 0 15,-10 0 1,10 0-16,10-10 15,-10 10 345,0 0-235</inkml:trace>
  <inkml:trace contextRef="#ctx0" brushRef="#br0" timeOffset="993.79">5278 10954 0,'0'10'78,"0"0"-78,0 0 16,0-1-16,0 1 16,10-10-1,-10 10-15,0 0 0,0 0 0,10 0 16,-10 0-1,0 0-15,0-20 125,0 0-125,0 0 16,0 0-16,0 0 16,0 0 62,0 0-78,0 1 15,-10 9-15,10-10 0,0 0 16,0 0 0,10 10-1,0 0 1,0 0-16,0 0 16,0 0-1,0 0 1,0 0-16,0 0 0,0 0 0,0 0 15,0 0-15,-1 0 0,1 0 0,0 0 0,0 0 16,0 0-16,10 0 0,0 0 0,-10 0 16,0 0-16,0 0 0,-1 0 0,1 0 0,10 0 15</inkml:trace>
  <inkml:trace contextRef="#ctx0" brushRef="#br0" timeOffset="2478.34">13196 12571 0,'10'0'47,"0"0"-47,0 0 15,-10 10-15,10-10 0,0 0 16,0 10 0,0-10-16,-10 10 0,9-10 0,1 0 15,0 10-15,0-10 0,0 0 0,-10 10 16,10-10-16,10 0 0,-20 10 0,10-10 0,10 9 16,-10-9-16,0 10 0,-1-10 0,1 0 15,0 0-15,-10 10 0,10-10 0,0 0 0,-10 10 0,10-10 16,0 10-16,0-10 0,0 10 0,0-10 15,0 10-15,-10 0 0,10-10 0,0 10 16,-1-10-16,1 0 0,-10 10 0,-10-10 47,1 0-47,-1 0 16,0 0-1,0 0 1,0 0-16,0 0 0,0 0 15,0 0-15,0 0 0,0 0 0,0 0 16,0 0-16,0 0 0,1 0 0,-1 0 0,0 0 0,-10 0 0,10 0 16,0 0-16,0 0 0,0 0 0,10 10 0,-20-10 0,10 0 15,0 10-15,1-10 0,9 10 0,-10-10 0,10 9 0,-10 1 16,0 0-16,0-10 0,0 10 0,10 0 16,-10-10-16,0 0 15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448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117.5853" units="1/cm"/>
          <inkml:channelProperty channel="Y" name="resolution" value="67.28972" units="1/cm"/>
          <inkml:channelProperty channel="T" name="resolution" value="1" units="1/dev"/>
        </inkml:channelProperties>
      </inkml:inkSource>
      <inkml:timestamp xml:id="ts0" timeString="2026-03-16T17:30:57.57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4753 3641 0,'9'0'0,"1"0"16,0 0-16,10 0 0,-10 0 0,0 0 16,0 0-16,10 0 0,-10 0 0,0 0 0,0 0 0,-1 0 15,1 0-15,10 0 0,-10 0 0,0 0 0,0 0 0,10 0 0,10 0 16,-20 0-16,-1 0 0,11 0 0,10 0 0,-10 0 0,0 0 0,0 0 0,9 0 16,-9 0-16,10 0 0,-10 0 0,10 10 0,-11-10 0,11 0 0,0 0 0,0 0 15,0 0-15,-1 10 0,11-10 0,-10 0 0,-1 0 0,11 0 0,-10 10 0,0 0 16,-1-10-16,11 0 0,-10 0 0,10 10 0,-11 0 0,11-10 0,0 0 15,9 0-15,-19 0 0,10 10 0,-1-10 0,-9 0 0,10 10 0,49 10 16,-59-20-16,10 0 0,-1 0 0,-9 0 0,10 0 0,-10 9 0,-1-9 0,11 0 16,-10 0-16,10 0 0,-11 0 0,11 0 0,-10 0 0,0 0 0,-1 0 0,1 0 15,10 0-15,-11 0 0,11 0 0,0 0 0,-10 0 0,-1 0 0,1 0 0,0 0 16,0 0-16,-1 0 0,1 0 0,10 0 0,-10 0 0,-1 0 0,1 10 0,0 0 16,0-10-16,-1 0 0,1 0 0,0 0 0,-10 0 0,20 10 0,-11-10 15,-9 0-15,40 0 0,-40 0 0,9 0 0,-9 0 0,10 0 0,-20 0 16,20 0-16,-11 0 0,1 0 0,0 0 0,0 0 0,0 0 0,-10 0 0,10 0 15,-1 0-15,21 0 0,-30 0 0,20 0 0,-10 0 0,-10 0 16,9 0-16,-9 0 0,0 0 0,10 0 0,-10 0 0,10 0 0,-10-10 16,0 10-16,0 0 0,0 0 0,-1 0 0,11 0 0,-10 0 15,0-10-15,0 10 0,0 0 0,0 0 16,0 0-16,0 0 0,0-10 0,0 10 16,0 0-16,-1 0 0,1 0 0,0 0 0,0 0 15,10 0-15,-10 0 0,0 0 0,0-9 0,-10-1 0,20 10 16,-10 0-16,0 0 0,-1 0 0,1 0 0,0 0 0,10 0 0,-10 0 15,0 0-15,-10-10 0,10 10 0,10 0 0,-10 0 0,10 0 16,-11 0-16,1 0 0,0 0 0,0 0 0,0 0 0,0 0 0,10-10 16,-10 10-16,0 0 0,0 0 0,0 0 0,-10-10 15,9 10-15,1 0 0,0-10 0,0 10 0,10-10 16,-20 0-16,20 10 0,-10-10 0,0 0 16,10 10-16,-20-10 0,10 10 0,-1 0 0,1-10 0,0 0 15,0 10-15,0-9 0,0 9 0,0 0 0,0 0 0,0-10 0,10 0 16,-10 10-16,0 0 0,9 0 0,-19-10 0,10 10 0,10-10 15,-10 10-15,0 0 0,0 0 0,0 0 0,0 0 0,0 0 16,0 0-16,0 0 0,-1 0 0,11-10 0,-10 10 0,0 0 16,0 0-16,0 0 0,10 0 0,-10-10 15,-10 0-15,10 10 0,0 0 0,0 0 0,-1 0 0,-9-10 16,10 10-16,0 0 0,-10-10 0,10 10 0,0-10 16,-10 0-16,10 10 0,-10-10 0,10 10 15,-10-9-15,10 9 0,-10-10 0,10 0 16,-10 0-16,10 0 0,0 0 0,-10 0 15,10 10-15,-10-10 0,10 10 0,-1 0 16,1-10-16,0 10 0,-10-10 16,0 0-16,10 10 0,-10-10 0,10 10 15,0 0-15,-10-9 0,10-1 16,-10 0-16,0 0 0,0 0 16,0 0-16,10 0 0,-10 0 15,0 0-15,0 0 0,0 0 0,10 0 16,-10 0-16,0 1 0,0-1 0,0 0 0,10 0 15,-10 0-15,0-10 0,0 10 0,0 0 0,0 0 16,0 0-16,0 0 0,0 0 0,0 1 0,0-1 0,0 0 16,0 0-16,0 0 0,0 0 15,0 0-15,0 0 0,0 0 0,0 0 0,0 0 0,0 0 16,0 0-16,0-9 0,0 9 0,0-10 0,-10 10 0,10-10 16,0 10-16,0 0 0,0 0 0,0-9 0,0 9 0,0 0 15,0 0-15,0-10 0,0 10 0,0-10 16,0 10-16,0 0 0,0 0 15,0 0-15,0 1 16,0-1-16,10 10 16,-10-10-16,10 10 0,-10-10 15,0 0-15,0 0 16,0 0 0,0 20 62,0 0-78,0 0 0,0 0 15,0 0-15,0 0 16,0-1-16,0 11 16,0-10-16,0 0 0,0 0 0,0 0 15,0 0-15,0 0 0,0 0 0,0 0 16,0 0-16,0 0 0,0-1 0,0 1 0,0 0 0,0 10 0,0 0 0,0 0 15,0-10-15,0 10 0,0 9 0,0-9 0,0-10 0,0 10 0,0 0 0,0 0 16,0 9-16,0-19 0,0 10 0,0 0 0,0-10 0,0 20 0,0-20 0,0 0 16,0-1-16,0 11 0,0-10 0,0 0 0,0 0 0,0 0 0,0 0 0,0 0 15,0 0-15,-10 0 0,10 0 16,-10-10-16,10 10 0,0-1 16,0 1-16,-10 0 0,10 0 15,0 0-15,0 10 0,0-10 16,0 0-16,0 0 0,0 0 0,0 0 15,0-1-15,0 1 0,0 0 0,0 0 0,0 0 0,-10 0 16,10 0-16,0 0 0,0 0 0,-10-10 16,10 10-16,-10-10 140,0 0-124,0 0-16,0 0 16,0 0-16,1 0 0,-1 0 15,10-10-15,-10 10 16,0 0-1,10 10-15,-10-10 16,0 10-16,10 0 0,-10-10 16,0 0-16,0 0 0,-10 0 0,10 0 0,0 0 0,1 0 15,-1 0-15,-20 0 0,10 0 0,10 0 0,-10 0 0,0 0 0,1 0 0,-1 0 16,0 0-16,-10 0 0,10 0 0,-10 0 0,11 0 0,-11 0 0,0 0 0,10-10 16,0 10-16,-9 0 0,-1 0 0,10 0 0,-10 0 0,10 0 0,1 0 0,-1 0 15,10 0-15,-10 0 0,0 0 0,0 10 0,10-10 0,-19 0 0,19 10 0,0-10 16,-10 9-16,0-9 0,10 0 0,-10 10 0,10 0 0,-9-10 0,9 0 15,0 10-15,-20 0 0,20-10 0,-10 10 0,0-10 0,-9 10 0,19 0 0,-20-10 16,20 0-16,-10 10 0,-10-10 0,1 10 0,-1-10 0,0 10 0,0-10 0,10 0 16,-9 0-16,-1 0 0,0 0 0,-10 0 0,21 0 0,-11 0 0,10 0 0,-10 0 15,0 0-15,11 0 0,-1 0 0,-10 10 0,0-10 0,0 0 0,21 0 0,-11 10 16,0-10-16,10 0 0,-10 0 0,10 0 0,0 9 0,-10-9 0,10 0 16,1 10-16,-21 0 0,20-10 0,0 0 0,0 0 0,0 0 15,10 10-15,-10-10 0,0 0 31</inkml:trace>
  <inkml:trace contextRef="#ctx0" brushRef="#br0" timeOffset="3873.68">5695 9902 0,'10'0'0,"0"0"0,-10-10 16,10 10-16,0 0 16,0 0-16,0 0 15,0 0-15,0 0 0,-1 0 16,1 0-16,0 0 0,0 0 15,0 0-15,0 0 16,0 0-16,0 0 0,0 0 16,0 0-16,0 0 0,10 0 15,-11 0-15,1 10 0,0-10 16,0 0-16,0 0 0,0 0 0,0 0 0,0 0 0,0 0 0,-10 10 16,10-10-16,10 0 0,-11 0 0,1 0 0,0 0 0,0 0 15,0 0-15,0 0 0,0 0 0,0 0 0,10 0 0,-10 0 16,0 0-16,0 0 0,-1 0 0,11 0 0,-10 0 15,0 0-15,0 0 0,0 0 0,0 0 0,10 0 16,-20-10-16,10 10 0,10 0 0,-11 0 0,1 0 0,0 0 0,10 0 16,-10 0-16,10 0 0,-10-10 0,0 10 0,10 0 0,-1 0 0,-9 0 15,0 0-15,10-10 0,-10 10 0,10 0 0,-10 0 0,10 0 0,0 0 16,-11 0-16,1 0 0,20 0 0,-20 0 0,0 0 0,10-10 0,0 10 0,0 0 16,-1 0-16,-9-10 0,10 10 0,0 0 0,0 0 0,0 0 0,-10 0 0,9 0 15,1 0-15,0 0 0,0 0 0,-10 0 0,10 0 0,0 0 0,9 0 0,-19 0 16,0 0-16,10 0 0,0 0 0,0 0 0,0 0 0,-11 0 0,11 0 15,0 0-15,-10 0 0,0 0 0,10 0 0,0 0 0,-10 0 0,0 0 0,-1 0 16,11 0-16,0 0 0,-10 0 0,10 0 0,-10 0 0,10 0 0,-10 0 0,-1 0 16,21 0-16,-10 0 0,-10 0 0,0 0 0,10 0 0,0 0 0,-10 0 0,-1 10 15,11-10-15,-10 0 0,0 0 0,0 0 0,10 0 0,39 0 16,-49 0-16,0 0 0,0 0 0,10 0 0,-10 0 0,0 0 16,0 0-16,10 0 0,-10 10 0,0-10 0,-1 0 0,11 0 15,-10 0-15,0 0 0,0 0 0,0 0 0,10 0 0,-10 0 16,10 0-16,-10 0 0,-1 0 0,1 0 0,0 0 15,10 0-15,-10 0 0,0 0 0,0 0 16,0 0-16,0 0 0,0 0 0,10 0 0,-11 0 16,1 0-16,0 0 0,0 0 0,0 0 0,0 0 15,0 0-15,10 0 0,-10 0 16,0 0-16,0 0 0,-1 0 16,1 0-16,10 0 15,-10 0-15,0 0 16,0 0-16,-10 10 125,0 0-125,0 0 15,0 0-15,0 0 16,0 0 0,0 0-16,0 0 0,0-1 15,0 1-15,0 0 16,0 0 0,0 0-16,0 0 15,0 0 1,0 0-16,0 0 15,0 0 1,0 0 0,0 0 109,10-10 15</inkml:trace>
  <inkml:trace contextRef="#ctx0" brushRef="#br0" timeOffset="6212.62">5854 10239 0,'0'-10'16,"10"10"-1,-10-9-15,10 9 0,-10-10 16,10 10-16,0 0 0,0 0 15,-1-10-15,1 10 0,0 0 16,10 0-16,-10 0 16,0 0-16,0 0 0,0 0 0,0 0 0,0 0 0,0 0 0,9 0 15,1 0-15,-10 0 0,0 0 0,0 0 0,10 0 0,0 0 0,-10 0 16,0 0-16,9 0 0,11 0 0,-10 0 0,-10 0 0,0 0 0,20 0 16,-11 0-16,1-10 0,-10 10 0,10 0 0,10 0 0,-10 0 0,0 0 0,9-10 0,-19 10 15,10 0-15,0 0 0,0 0 0,10 0 0,-21 0 0,11 0 0,0 0 16,0 0-16,0 0 0,0 0 0,0 0 0,-1 0 0,1 0 0,-10 0 0,10 0 15,10 0-15,-10 0 0,-1 0 0,-9 0 0,10 0 0,0 0 0,10-10 0,0 10 16,-21 0-16,11 0 0,0 0 0,0 0 0,10 0 0,0 0 0,-21-10 16,21 10-16,-10-10 0,10 10 0,-20 0 0,20 0 0,-11 0 0,11 0 0,-10 0 0,0 0 15,10 0-15,-21 0 0,21 0 0,-10 0 0,0 0 0,10 0 0,-10 0 16,-1 0-16,1 0 0,0 0 0,-10 0 0,10 0 0,10 0 0,-20 0 0,-1 0 16,11 0-16,10 0 0,-10 0 0,-10 0 0,0 0 0,10 0 0,-10 0 0,-1 0 15,1 0-15,10 0 0,-10 0 0,0 0 0,0 0 0,10 0 0,-10 0 16,0 0-16,0 0 0,0 0 0,-1 10 0,11-10 0,-10 0 0,0 0 0,0 0 15,0 0-15,0 0 0,0 0 0,0 0 0,0 0 16,0 0-16,0 0 0,-1 0 16,1 0 15,-10-10-31,0 0 16,10 10-16,0 0 0,0 0 15,-10-10 1,10 10-16,0 0 47,0 0-47,0 0 15,0 10 1,0-10-16,0 0 0,-1 0 16,1 0 30,0-10-30,0 10 0,-10-10-1,10 10 32,-10-10 16,0-9-48,0 9-15,0 0 16,0 0-16,0 0 16</inkml:trace>
  <inkml:trace contextRef="#ctx0" brushRef="#br0" timeOffset="11720.1">14089 2163 0,'-10'0'15,"10"10"-15,-10-10 47,10 10-31,-10-10-1,10 10-15,-10-10 16,0 0 0,10 10-16,0 0 15,-9-10-15,9 9 16,-10-9-16,0 0 31,10 10-15,-10-10-16,0 0 15,10 10-15,0 0 0,-10-10 16,0 10-16,0 0 0,10 0 16,-20 0-16,20 0 0,-10-10 0,10 10 15,0 0-15,-10-10 0,0 0 0,10 10 0,0 0 16,-9-10-16,9 9 0,-10-9 15,10 10 48,0 0-47,0 0-16,-10-10 0,10 20 15,-10-20-15,10 10 0,0 0 0,0 0 0,-10 0 16,10 0-16,-10 0 0,0 0 0,10-1 15,-10 1-15,10 0 0,-10-10 0,0 10 0,0-10 0,10 10 16,-10 0-16,0-10 0,1 0 0,9 10 0,-10-10 0,-10 20 16,10-20-16,0 10 0,0 0 0,0-10 0,0 10 15,0 0-15,-10-1 0,20 1 0,-19 0 0,19 10 0,-10-20 0,0 20 16,0-10-16,0 10 0,0 0 0,-10-10 0,20 29 0,-20-29 0,20 20 16,-29-10-16,29 10 0,-10-1 0,-10-9 0,10 10 0,0-10 0,0 9 0,0 1 0,-10 0 15,0 0-15,10-10 0,1 9 0,-1 1 0,-10 0 0,10-10 0,0 0 0,-10-1 16,10 21-16,-10-30 0,0 40 0,20-30 0,-19-1 0,9 1 15,0-10-15,10 20 0,-20-20 0,10 10 0,0-1 0,0 1 0,0-10 0,0 10 16,0 0-16,0-10 0,1 10 0,9-10 0,-20 0 0,20 19 0,-10-29 0,0 20 16,0-10-16,10 0 0,-10 10 0,0-10 0,10 10 0,-20-1 0,0 1 15,20-10-15,-9 0 0,-1 10 0,10 0 0,-10 0 0,0 0 0,0-11 0,0 11 16,10 0-16,-20 10 0,20-10 0,-10-10 0,0 19 0,10-9 0,-10 10 16,10-10-16,-10 10 0,0-10 0,1 9 0,9-9 0,-20 10 0,20 0 0,-10-11 15,-10 31-15,20-30 0,-10 0 0,10 10 0,-20-11 0,10 1 0,10 0 0,-10 0 16,0 0-16,10 0 0,-10-10 0,1 9 0,-1-9 0,10 0 0,-10 0 15,10 0-15,-10 10 0,0-20 0,10 10 0,-10 0 0,10 0 0,0 0 16,-10-10-16,0 10 0,10-1 0,-10-9 0,10 10 0,0 0 0,0 0 0,0 0 16,-10 10-16,10-10 0,0 10 0,0-10 15,0 0-15,0-1 0,0 11 0,0-10 0,0 0 0,0 0 0,0 0 16,0 0-16,0 10 0,0-10 0,0 10 0,0-11 0,0 1 0,0 10 16,0-10-16,0 10 0,0-10 0,0 0 15,0 0-15,0 0 0,0 0 16,0 0-16,0-1 0,0 1 15,0 0-15,0 0 0,0 0 0,0 10 16,0-10-16,0 0 0,0 10 0,0 0 0,0-11 0,0 1 16,0 0-16,0 0 0,0 10 0,0-10 0,0 0 0,0 0 0,0 0 0,0 0 15,0 10-15,0-11 0,0 11 0,0-10 0,0 0 0,0 0 0,0 0 16,0 0-16,0 0 0,0 0 0,0 10 0,0-10 16,0-1-16,0 1 0,10 0 0,-10 0 15,0 0-15,0 0 0,0 0 16,0 0-1,0 0-15,0 0 16,0 0-16,0 0 0,0-1 0,0 1 0,0 10 0,0-10 16,0 10-16,0-10 0,0 10 0,0-10 0,0 10 0,0-11 0,10 1 15,-10 10-15,10 0 0,-10-10 0,10 0 0,-10 10 0,0-10 0,0 0 0,10 9 16,0-9-16,-10 0 0,0 10 0,10-20 0,-10 20 0,0-10 0,10 10 16,-10-10-16,10 0 0,-10 0 0,9 9 0,1 1 15,-10-10-15,0 0 0,10-10 0,0 20 0,-10-10 0,0 0 16,0 10-16,10-20 0,-10 9 0,0 1 0,0 0 0,10 0 15,-10 10-15,0-10 0,0 0 0,10 10 0,-10-10 0,0 10 0,10-11 16,0 1-16,-10 10 0,10-10 0,-10 0 0,10 10 0,0-10 0,-10 0 16,0 10-16,10-20 0,-10 19 0,9 1 0,1-10 0,-10 0 0,10-10 15,-10 10-15,10 0 0,0 0 0,-10 10 0,10-20 0,-10 10 0,10-10 16,-10 10-16,10 0 0,-10-1 16,10 1-16,0-10 0,-10 10 0,0 0 15,0 0-15,10 0 0,-10 0 0,0 0 16,10 10-16,-10-10 0,0 0 0,10-10 0,-1 10 0,-9 9 15,10-9-15,-10 0 0,0 0 0,10 0 0,-10 0 0,0 0 0,0 0 0,20 0 16,-20 0-16,0 0 0,0 0 0,0-1 0,10 11 0,-10-10 0,10-10 16,-10 10-16,0 10 0,10-10 0,-10 10 0,0-10 0,10 0 0,-10 9 15,10-19-15,-10 10 0,0 0 0,10 0 0,-10 0 0,10 0 16,-10 0-16,9 0 0,1 10 0,0-20 0,-10 20 0,10-11 16,-10 1-16,10-10 0,-10 10 0,10 0 0,0 0 0,10 10 0,-10-10 15,-10 0-15,10 10 0,0-20 0,-10 20 0,19-20 0,-19 19 0,10-9 16,10 0-16,-20 0 0,10 0 0,0 0 0,0 0 0,-10 10 0,20-10 0,-20 0 15,10 0-15,0-1 0,0 11 0,0-20 0,-1 10 0,1 0 0,0 10 0,0-20 16,-10 10-16,10 0 0,-10 0 0,20 0 0,-10 0 0,-10-1 0,10-9 16,0 10-16,0 0 0,0 0 0,0 10 0,-1-10 0,1-10 15,0 10-15,-10 0 0,20 0 0,-10 0 0,0-10 0,-10 20 0,10-20 16,0 9-16,0-9 0,0 10 0,0-10 0,-1 10 0,1-10 0,-10 10 0,10 0 16,0-10-16,0 0 0,0 10 0,10 0 0,-10 0 0,0-10 15,0 10-15,0 0 0,0-10 0,-1 10 0,1-10 0,0 0 0,0 10 0,10-10 16,-10 10-16,10-1 0,-10-9 0,0 0 0,10 10 0,-11-10 0,1 0 15,0 10-15,0-10 0,10 10 0,-10-10 0,0 10 0,0-10 0,0 0 0,0 10 16,10 0-16,-1 0 0,-9-10 0,0 0 0,0 10 0,10 0 16,-10-10-16,0 0 0,0 10 0,-10 0 0,20-10 0,-10 10 15,-1-10-15,1 9 0,10-9 0,-10 10 0,0 0 0,0-10 0,0 0 16,0 10-16,10-10 0,-10 10 0,0 0 0,9-10 0,-9 10 0,0 0 16,0-10-16,0 10 0,0-10 0,0 10 0,0-10 0,10 0 0,-10 20 0,-1-20 15,1 0-15,0 19 0,0-19 0,10 0 0,-10 10 0,0-10 0,0 10 0,0-10 16,0 0-16,10 10 0,-11 0 0,1-10 0,0 0 0,0 0 0,0 10 15,0-10-15,0 0 0,0 0 0,0 10 0,0-10 0,10 0 0,-1 0 16,-9 10-16,0-10 0,0 0 0,10 10 0,-10-10 0,0 0 16,0 0-16,0 10 0,0-10 0,0 0 0,9 10 0,-9-10 0,-10 10 15,20-10-15,-10 0 0,0 10 0,10-10 0,-10 9 0,10 1 16,-10-10-16,-1 0 0,1 10 0,0-10 0,0 0 0,0 10 16,0-10-16,0 0 0,-10 10 0,10-10 0,0 0 15,0 0-15,10 10 0,-10-10 16,-1 0-16,-9 10 0,10-10 0,-10 10 0,10-10 15,0 0-15,0 10 0,0-10 16,0 10-16,0-10 0,0 0 16,0 10-16,-10 0 0,10-10 0,0 0 15,0 0-15,-1 0 32,-9 9-17,10-9 1,0 0-1,-10 10-15,20-10 0,-10 0 0,0 0 16,0 0-16,0 0 16,0 0-16,0 0 31,0 0 47</inkml:trace>
  <inkml:trace contextRef="#ctx0" brushRef="#br0" timeOffset="13268.61">15180 2173 0,'10'0'0,"0"0"0,10 0 0,-10 0 0,0 0 16,0 0-16,0 0 0,0 0 0,0 0 0,0 0 0,9 0 0,-9 0 0,10 0 16,-10 0-16,10 0 0,0 0 0,0 0 0,0 0 0,-11 0 0,21 0 0,0 0 15,-10 0-15,0 0 0,9 10 0,-9-10 0,10 10 0,10-10 0,-20 10 0,9-10 16,21 10-16,-10-10 0,-1 0 0,-9 0 0,0 9 0,10-9 0,-1 0 15,1 0-15,10 0 0,-1 10 0,1 0 0,-1-10 0,-9 0 0,0 0 0,19 0 16,-19 0-16,0 0 0,9 0 0,-9 0 0,19 0 0,-9 0 0,-10 0 0,19 0 16,-19 0-16,10 0 0,-1 0 0,-9 0 0,9 0 0,1 0 0,0 0 0,-11 0 15,11 0-15,-10 0 0,19 0 0,-19 0 0,10 0 0,-11 0 0,11 0 0,-1 0 16,1 0-16,-20 0 0,19 0 0,1 0 0,-10 0 0,9 0 0,-19 0 0,20 0 16,-11 0-16,21 0 0,-30 0 0,19 0 0,-9 10 0,20-10 0,-31 10 15,11-10-15,0 0 0,9 0 0,-19 0 0,10 0 0,9 0 0,-9 0 0,0 10 16,-11-10-16,11 0 0,-10 10 0,0-10 0,9 0 0,-9 0 0,10 10 0,-10-10 15,-11 0-15,11 0 0,0 0 0,0 0 0,-10 0 0,9 0 0,1 0 0,-10 0 16,10 0-16,-10 0 0,-1 0 0,1 0 0,0 0 0,-10 0 0,20 0 0,-10 0 16,-1 0-16,-9 0 0,0 0 0,20 0 0,-20 0 0,0 0 0,0 0 15,10 0-15,-10 0 0,9 0 0,-9 0 0,0 0 0,0-10 0,0 10 0,0 0 16,0 0-16,0 0 0,0 0 0,0 0 0,0-10 0,0 10 16,0 0-16,-1 0 0,1 0 15</inkml:trace>
  <inkml:trace contextRef="#ctx0" brushRef="#br0" timeOffset="14227.76">17334 8007 0,'0'10'0,"9"0"31,1-10-31,0 0 0,0 0 0,0 0 15,0 0-15,0 0 0,0 0 0,0 0 0,10 0 0,-10 10 16,9-10-16,-9 0 0,0 10 0,0-10 0,0 0 0,0 0 16,10 0-16,-20 10 0,10-10 0,10 0 0,-10 0 0,19 19 0,-19-19 0,10 0 15,-10 0-15,0 10 0,20-10 0,-20 0 0,0 0 0,9 10 0,1-10 16,-10 0-16,10 0 0,-10 10 0,20-10 0,-10 0 0,-11 0 0,11 0 0,0 0 0,0 0 16,0 0-16,10 0 0,-11 0 0,1 0 0,0 0 0,0 0 0,10-10 15,0 10-15,19 0 0,-19-10 0,0 0 0,9 10 0,-9-19 0,0 19 0,10 0 16,-11-10-16,11 10 0,10-10 0,-11-10 0,-9 20 0,20 0 0,-21-10 0,21 0 15,-10 10-15,-1 0 0,11-10 0,-20 10 0,9 0 0,-9-20 0,10 20 0,0-10 16,-11 0-16,21 10 0,-20 0 0,0-9 0,-1-1 0,1 10 0,10-10 16,19 0-16,-29 10 0,0 0 0,0-10 0,-1 10 0,1 0 0,0-10 15,-10 10-15,9 0 0,1 0 0,0-10 0,0 10 0,0 0 0,-11 0 0,1 0 16,0 0-16,0 0 0,-10 0 0,10 0 0,0 0 0,-1 0 0,-9 0 0,0 0 16,0 0-16,0 0 0,0 0 0,0 0 0,0 0 0,10 10 0,-10-10 15,0 0-15,-1 0 0,1 0 16,0 0-16</inkml:trace>
  <inkml:trace contextRef="#ctx0" brushRef="#br0" timeOffset="15985.08">23138 2262 0,'10'0'0,"0"0"0,0 0 16,0 0-16,-1 0 0,1 0 0,-10 10 16,10 0-16,0-10 0,0 10 0,0 0 0,0 0 15,0 0-15,0 0 0,10 0 0,-10-1 0,-1 1 0,11 0 0,-20 10 16,20-20-16,-10 10 0,10 10 0,-10-10 0,10 10 0,0-10 0,-11 0 0,11 9 16,-10-9-16,10 0 0,0 10 0,0 0 0,0-10 0,-1 10 0,1-10 0,-10 9 15,10-9-15,10 10 0,-20-20 0,10 30 0,9-20 0,1 20 0,-20-20 0,20 0 16,-10 9-16,-1 1 0,21 10 0,-30-20 0,20 10 0,-10-10 0,9 29 0,-9-19 15,0 0-15,20-10 0,-30 10 0,39 19 0,-39-19 0,10 0 0,10 10 16,-10-20-16,10 30 0,-1-11 0,-9 1 0,10-10 0,-20 10 0,20 9 0,-11-19 16,11 10-16,-20 0 0,20 0 0,-10-1 0,0 11 0,9-10 0,-19 9 0,10-9 15,0-10-15,0 30 0,0-31 0,-10 11 0,9 0 0,1 10 0,0-11 0,0 1 16,-10 10-16,10-10 0,0-1 0,-11 11 0,11-20 0,-10 10 0,10 0 0,10 9 16,-20-9-16,10-10 0,-10 29 0,9-29 0,1 10 0,0 0 0,-10 9 15,0-19-15,10 10 0,0 0 0,-1 10 0,-9-21 0,0 11 0,10 0 0,-10 10 16,0-21-16,10 11 0,-10 0 0,0 0 0,9 9 0,1-19 0,-20 0 0,10 20 15,10-1-15,-10-19 0,0 10 0,-10 0 0,20 0 0,-20-1 0,10 1 0,-10 0 16,10 0-16,0-1 0,-1 21 0,1-20 0,-10 0 0,0-1 0,10 11 16,-10-10-16,0 0 0,10 9 0,-10-9 0,0 0 0,0 0 0,0-1 0,0 1 0,0 10 15,0-10-15,0-1 0,0 1 0,0 0 0,0 0 0,0-1 0,0 1 16,0 10-16,0-10 0,0-11 0,0 11 0,0 0 0,-10 0 0,10 0 0,-10-1 16,10 1-16,0 0 0,-10 0 0,10-11 0,0 21 0,-9-10 0,-1-10 0,10 9 15,-10-9-15,10 10 0,-10-10 0,-10 0 0,20 0 0,-10-1 0,10 1 0,-20 0 16,20-10-16,-10 10 0,0-10 0,10 0 0,-10 20 0,-9-21 0,19 1 0,-20 10 15,20 0-15,-20-10 0,20 10 0,-20 0 0,10 0 0,0-11 0,0 11 16,0-10-16,-9 20 0,9-10 0,-10 0 0,20 0 0,-20 19 0,10-29 0,0 20 16,-10-10-16,10 9 0,-10-9 0,11 0 0,-11 10 0,10 10 0,0-21 0,-10 11 15,10-20-15,-10 30 0,10-20 0,-10 0 0,11-1 0,-11 11 0,10 0 0,-10-10 16,10 0-16,-10-1 0,10 21 0,-10-30 0,10 20 0,-9-10 0,9 9 0,-10-9 16,0 0-16,0 0 0,10 0 0,-10 0 0,11-1 0,-11 1 0,10-10 15,-10 10-15,10-10 0,-10 10 0,0-10 0,10 0 0,0 0 0,-9 0 0,9-1 16,-10 1-16,0 0 0,0-10 0,10 10 0,-10 0 0,1 0 0,9-10 0,-10 10 15,10 0-15,0-10 0,-20 20 0,20-20 0,0 10 0,-10 0 0,11 0 0,-1-10 16,0 19-16,0-19 0,-10 10 0,10-10 0,0 10 0,-20 10 0,20-10 16,0 0-16,1-10 0,9 10 0,-20 0 0,10 0 15,10 0-15,-10 0 0,0-1 0,10 1 0,-10 0 16,10 0-16,0 0 16,-10-10-16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448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117.5853" units="1/cm"/>
          <inkml:channelProperty channel="Y" name="resolution" value="67.28972" units="1/cm"/>
          <inkml:channelProperty channel="T" name="resolution" value="1" units="1/dev"/>
        </inkml:channelProperties>
      </inkml:inkSource>
      <inkml:timestamp xml:id="ts0" timeString="2026-03-16T17:31:42.61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3423 10388 0,'10'0'0,"0"0"15,0 0-15,0 0 16,0 10-1,0-10-15,-10 10 0,9-10 0,-9 10 16,10-10-16,0 10 0,0 0 0,0 0 0,0-10 16,0 0-16,20 20 0,-20-10 0,0-10 15,9 0-15,-9 9 0,0-9 0,20 10 16,0-10-16,-10 0 0,0 0 0,-1 10 0,1 0 16,20-10-16,-20 0 0,0 10 0,-1 0 0,1-10 0,-10 0 15,0 0-15,10 10 0,10-10 0,-20 0 0,29 20 16,-19-20-16,-10 0 0,40 10 0,-40-10 0,19 10 0,-9 0 15,10-10-15,-10 0 0,10 0 0,9 19 0,-9-19 16,-20 0-16,10 0 0,-10 10 0,20 0 0,-11-10 0,1 10 0,0-10 16,20 0-16,-10 0 0,9 0 15,-29 0-15,20 0 0,-20 0 0,20 0 0,-11 0 16,-9 0-16,10 0 0,-10 0 0,0 0 0,10 0 0,-20-10 0,10 10 16,10 0-16,-10-10 0,19 0 0,-19 10 0,10 0 0,0-10 0,10 1 15,-1-1-15,-19 10 0,0 0 0,0-10 0,0 10 16,0 0-16,20 0 0,-20-10 0,20 0 0,-21 10 15,1-10-15,0 0 0,0 10 0,0-10 0,0 10 0,10-10 16,-10 0-16,0 10 0,-10-10 0,10 10 0,-10-10 16,10 10-16,-10-9 0,0-1 0,10 10 0,-10-10 15,9 10-15,-9-10 16,-9 20 62,9 0-62,-10-10-16,10 10 31</inkml:trace>
  <inkml:trace contextRef="#ctx0" brushRef="#br0" timeOffset="2230">5308 10567 0,'0'-10'0,"10"10"16,0 0-16,0 0 31,0 0-31,0 0 15,0 0-15,0 0 0,0 0 0,9 0 16,1 10-16,0-10 0,-10 20 0,10-20 0,0 10 0,0-10 16,-1 19-16,1-19 0,0 10 0,0 0 0,0 0 0,19 0 0,-9 0 0,-10 0 15,10-10-15,0 30 0,-1-20 0,11 0 0,-10-1 0,10 11 0,9 0 0,-9-10 16,9 10-16,-9-10 0,10 10 0,-11-10 0,1 0 0,20 9 0,-1 1 16,-19 0-16,19-10 0,-9 0 0,0 0 0,-1 10 0,1-10 0,9 9 0,-19-9 15,29 10-15,-29-10 0,20 0 0,-1 0 0,-19-10 0,19 20 0,1-20 0,-20 20 16,29-10-16,-9-1 0,-21 1 0,31 0 0,-1 10 0,-19-10 0,19 10 0,1-10 15,-1 10-15,1-10 0,9 9 0,10 1 0,-9 0 0,19-10 0,-20 10 0,1-10 16,19 10-16,-20-10 0,11 0 0,-11 19 0,0-29 0,11 20 0,-1-20 16,20 20-16,-30-10 0,11-10 0,-1 20 0,-29-20 0,19 0 0,-10 20 0,100-10 15,-99-1-15,9-9 0,0 10 0,-9 0 0,-11-10 0,11 20 0,-1-20 16,-9 10-16,-1-10 0,11 10 0,9 0 0,-19 0 0,-1 0 0,1-10 0,-1 10 16,-9-10-16,9 10 0,-19-10 0,20 0 0,-11 0 0,11 10 0,-11-10 0,11 0 15,-21 9-15,31-9 0,-30 0 0,9 10 0,-19-10 0,39 0 0,-19 10 16,10-10-16,-21 0 0,11 0 0,-10 0 0,29 0 0,-19 0 0,-1 0 0,1 0 0,-1 0 15,11 0-15,19 0 0,-29 0 0,10 0 0,-11 0 0,11 0 0,-1 0 16,11 0-16,-21 0 0,21 0 0,-11 0 0,1 0 0,9-10 0,-9 10 0,9-10 16,-19 1-16,9-1 0,-9 0 0,10 0 0,-1 0 0,-9 10 0,9-20 0,1 20 15,-21-20-15,21 10 0,-20 0 0,19 0 0,-19 0 0,-10 1 0,9 9 0,21-20 16,-30 10-16,9 10 0,1-20 0,0 20 0,-11 0 0,1-10 0,0 10 0,0 0 16,-1 0-16,1 0 0,-10-10 0,0 0 0,20 10 0,-21 0 0,11 0 15,-10 0-15,10 0 0,-10 0 0,9 0 0,-9 0 0,0 0 0,20 0 0,-30 0 16,20 0-16,-1 0 0,1 0 0,0 0 0,-10 0 0,9 0 0,1 10 0,-10-10 15,10 10-15,0-10 0,-21 0 0,21 0 0,0 0 0,-10 0 0,10 0 0,-11 0 16,11 0-16,0 0 0,-20 0 0,20-10 0,-20 0 0,19 10 0,-19-10 16,10 0-16,0 0 0,0 10 0,0-19 0,-10 19 0,9-10 0,-9 0 0,0 10 15,10-10-15,-20 0 0,20 10 0,-10-10 0,0 0 0,0 10 0,0-10 0,0 10 16,-1-10-16,11 0 0,0 10 0,-20-10 0,10 10 0,0 0 16,-10-10-16,10 0 0,0 10 0,10-19 0,-10 19 0,0 0 0,-1-10 15,1 10-15,0 0 0,-10-10 0,10 10 0,10-10 0,-10 10 0,0-10 0,0 0 16,10 10-16,-10 0 0,9-10 0,-9 0 0,10 10 0,-10 0 0,0-10 0,10 0 15,0 0-15,-10 10 0,0 0 0,9-10 0,1 1 0,-10 9 0,10-10 16,0 10-16,-10 0 0,10-10 0,0 10 0,-1 0 0,-9-20 0,10 20 0,0 0 16,-10-10-16,0 10 0,10 0 0,-1-20 0,-9 20 0,10-10 0,0 10 0,-10-10 15,0 10-15,10-10 0,-10 10 0,0 0 0,9 0 0,1-10 0,-10 1 0,10 9 16,-10 0-16,-10-10 0,20 10 0,-10 0 0,0-10 0,10 10 0,-11-10 16,11 0-16,-10 10 0,0 0 0,10-10 0,-10 10 0,10-10 0,0 10 15,-10 0-15,-1-10 0,11 10 0,0-10 0,0 0 0,-10 10 0,10 0 0,0-10 16,-1 10-16,-9-10 0,20 10 0,-10 0 0,0-10 0,0 10 0,-1 0 0,-9 0 15,20-9-15,-10-1 0,0 10 0,0 0 0,-10 0 0,29-10 0,-29 10 0,20-10 16,-10 0-16,-10 10 0,20 0 0,-11-10 0,1 10 0,-10-10 0,20 0 0,-10 10 16,0-10-16,-10 0 0,9 10 0,11-10 0,-10 10 0,-10-10 0,10 10 0,0-10 15,-1 1-15,1-1 0,0 10 0,0-10 0,-10 0 0,10 10 0,0 0 16,-1-10-16,1 0 0,-10 0 0,10 10 0,-10 0 0,-10-10 0,10 10 0,0 0 16,0-10-16,0 0 0,0 10 0,-10-10 0,9 10 15,-9-10-15,10 10 0,0 0 0,0-10 0,-10 1 16,10 9-16,-10-10 0,20 10 0,-20-10 15,10 10-15,0-10 0,-10 0 0,10 10 16,0-10-16,0 0 0,0 0 16,9-10-16,-9 20 0,-10-10 0,10 10 15,0 0-15,-10-10 0,10 10 0,0-9 16,-10-1-16,-20 10 78,10 0-78,0 0 0,0 0 16,0 0-16,-9 10 0,9-10 0,-10 0 0,10 0 15,-10 9-15,10-9 0,0 10 0,0-10 0,-10 0 0,1 0 0,9 0 0,0 0 16,-10 10-16,0-10 0,10 10 0,-10-10 0,0 0 0,11 10 0,-1-10 0,-10 0 16,10 0-16,0 10 0,0-10 0,-10 10 0,10-10 0,0 10 15,0 0-15,1-10 0,9 10 0,-10-10 16,20 0 15,-1 0-15,1 0-16,0 0 0,0-10 15,0 0-15,0 10 0,-10-10 0,20 0 16,-20 0-16,10 0 0,0 10 0,0-10 0,-10 0 16,10 10-16,-1-10 0,1 1 0,0-1 0,0 10 0,10-10 15,-20 0-15,20 10 0,-10-10 0,0 10 0,0 0 0,10-20 0,-11 20 16,1 0-16,0 0 0,0-10 0,0 10 0,10-10 0,0 10 0,-10 0 0,0-10 15,10 0-15,-1 10 0,-9-10 0,0 10 0,10-10 0,-10 10 16,0 0-16,0 0 0,0-9 0,0 9 0,0 0 0,0 0 16,-1 0-16,1 0 0,0 0 0,10 0 15,-10 0-15,0 0 16,0 0 0,-10 9 77,0 1-93,0 0 0,0 0 16,0 0-16,0 0 0,0 0 16,0 0-16,-10-10 0,10 10 0,0 0 0,-10 0 0,10 0 0,0 0 15,-10-1-15,0-9 0,10 20 0,0-10 0,0 0 0,-10 0 16,10 20-16,0-20 0,0 0 0,-10 0 0,10 9 0,0-9 0,0 0 15,-10 0-15,1-10 0,9 10 0,0 0 0,-10 0 0,10 0 0,0 0 0,-10-10 16,0 10-16,10 0 0,-10-10 0,0 10 0,10-1 0,-10-9 16,0 0-16,0 10 0,0-10 0,0 0 15,0 0-15</inkml:trace>
  <inkml:trace contextRef="#ctx0" brushRef="#br0" timeOffset="60860.6">13345 7729 0,'0'0'0,"0"-99"31,0 89-31,-10-10 0,0 10 0,10 0 0,-40-19 0,30 9 15,-9 0-15,9 10 0,-20-20 0,20 20 0,-10-10 0,-20-9 0,31 9 0,-21 0 16,10 10-16,-20-20 0,20 10 0,-9 1 0,-1 9 0,10-10 0,-10 0 16,-9-10-16,9 10 0,-40-9 0,41 19 0,-1 0 0,0-10 0,-10 10 0,11-10 15,-61 0-15,51 0 0,9 20 0,-20-19 0,20 9 0,1 0 16,-11 0-16,10 10 0,-19-10 0,-1 10 0,10-10 0,1 0 0,-1 10 0,0-10 16,-49 0-16,59 0 0,-19 10 0,-11-10 0,20 0 0,1 10 15,-11-9-15,1-1 0,-41 0 0,41 10 0,-1 0 0,-29 0 16,29-10-16,10 10 0,-19 0 0,19 0 0,10 0 0,-29 0 0,29 0 0,-20 0 0,11 0 15,-21 0-15,21 0 0,-1 0 0,-10 0 0,11 0 0,-1 0 0,-20 0 16,31 0-16,-31 0 0,20 0 0,1 0 0,-21 0 0,30 0 0,-19 0 0,-1 0 16,10 0-16,-9 0 0,19 0 0,-20 0 0,11 0 0,-1 0 0,-49 10 15,9-10-15,51 0 0,-11 0 0,-59 0 0,59 0 0,10 0 16,-9 0-16,-1 0 0,10 0 0,-19 0 0,9 0 0,0 0 0,-9 10 16,19-10-16,-10 0 0,0 0 0,1 0 0,9 0 0,-10 10 0,1-1 0,9-9 15,-10 0-15,-9 10 0,9 0 0,10-10 0,-10 10 0,11 0 0,-1-10 0,-20 0 16,20 10-16,-9 0 0,9 0 0,0 0 0,-9-10 0,-1 10 0,20-10 0,-10 20 15,1-20-15,-1 19 0,10-19 0,-10 0 0,0 10 0,-9 10 0,19-20 0,-10 0 16,10 20-16,-10-10 0,11-10 0,-21 10 0,30 0 0,-20 10 0,0-20 0,11 10 16,-11 9-16,0-19 0,20 10 0,-20 10 0,1-20 0,-1 10 0,20 0 15,-20 0-15,10 10 0,-9-10 0,9 0 0,0 0 0,0 9 0,-10-9 0,20 0 16,-9 10-16,-11-10 0,10 10 0,0 0 0,0-10 0,0 9 0,1-9 0,9 10 16,-20-10-16,20 20 0,-10-20 0,0 10 0,10 0 0,0-1 0,-9-9 0,-1 10 15,10 0-15,-10 0 0,20-10 0,-10 0 0,0 19 0,-10-19 0,10 0 0,10 20 16,-10-20-16,0 0 0,10 10 0,-9 0 0,9-10 0,-10 9 0,10 1 15,-10 0-15,10-10 0,0 0 0,0 10 0,0 0 0,0-1 0,0-9 0,0 0 16,0 20-16,0-10 0,0 0 0,0 0 0,0-1 0,0-9 0,0 20 0,0-10 16,10 0-16,0 0 0,-10 9 0,9-9 0,1 10 0,0-20 0,0 20 0,0-10 15,0 9-15,0 1 0,10-10 0,-20 10 0,20-1 0,0 11 0,-11-20 0,11 10 16,-10-1-16,20 11 0,-10-10 0,0 10 0,9-11 0,1 21 0,-10-20 0,10 19 16,0-19-16,-1 0 0,-9 10 0,10-11 0,0 1 0,0 10 0,-1-10 15,1-1-15,-10 1 0,20-10 0,-11 20 0,-9-30 0,20 19 0,-20-9 0,0 0 16,19 10-16,-9-10 0,0-1 0,9 11 0,-9-10 0,0 0 0,0-10 0,0 20 15,9-11-15,-9 1 0,0 0 0,9 10 0,-9-20 0,20 10 0,-20 0 16,-1-11-16,21 1 0,-10 10 0,-11 0 0,11-10 0,20 10 0,-21-10 0,-9 10 16,20-1-16,-11-19 0,-9 10 0,10-10 0,19 20 0,-29-20 0,20 10 0,-11 0 0,11-10 15,-10 10-15,-1-10 0,11 0 0,0 10 0,-11-10 0,1 0 0,0 0 16,19 10-16,-9-10 0,-20 0 0,9 0 0,1 0 0,-10 0 0,19 0 0,-19 0 16,10 0-16,-10 0 0,19 0 0,-19 0 0,10 0 0,9 0 0,-19 0 0,10 0 15,-11 0-15,1 0 0,0 0 0,10 0 0,9 0 0,-9 0 0,0 0 0,-11-10 16,1 10-16,0 0 0,10-10 0,-11 0 0,1 10 0,20 0 0,-11-10 15,-9 10-15,0 0 0,0-20 0,0 20 0,-1-20 0,1 20 0,0-9 0,10-21 16,-11 20-16,1 0 0,0 0 0,0-10 0,-1 10 0,1-10 0,0 10 0,19-9 16,-29-1-16,20 10 0,-10-10 0,9 0 0,-9 10 0,0-10 0,0 10 0,0 1 15,-1-1-15,1-20 0,10 20 0,-1-10 0,-19 0 0,20 10 0,-10-10 16,9 1-16,-9 19 0,0-20 0,0 0 0,-1 10 0,11-10 0,0 0 0,0 10 0,-11-9 16,1 9-16,-10 0 0,20-20 0,-1 20 0,-9 0 0,0-10 0,19 0 15,-19 20-15,0-19 0,-10-1 0,29 10 0,-19 0 0,-10-10 0,10 10 0,0 0 16,-1-10-16,11 10 0,-20-9 0,10 9 0,-1-10 0,1 10 0,-10 0 0,0-10 15,0 10-15,9 10 0,-9-20 0,0 10 0,10-9 0,-10 19 0,0-20 0,-1 10 16,-9 10-16,10-20 0,0 10 0,-10 10 0,20-10 0,-30 0 0,20 0 0,-10 0 16,-1 0-16,11 1 0,-10 9 0,10-20 0,-20 10 0,20 0 0,-20 0 15,20 0-15,-20 0 0,20 0 0,-11 0 0,-9 0 0,10 0 0,0 0 16,0 1-16,0-1 0,-10 0 0,10 0 16,-10 0-16,0 0 0,10 0 0,-10-10 0,0 10 15,0-10-15,0 11 0,0-1 0,0 0 0,0-10 16,0 10-16,0-10 0,0 10 0,0 0 0,0-10 0,0 10 0,0 1 15,0-1-15,0 0 0,0 0 0,0-10 0,0 10 0,0-10 0,0 10 16,0 0-16,0 0 0,0 0 0,0 1 0,0-1 16,0 0-16,0 0 0,-10 10 0,10-10 0,0 0 0,0 0 0,0-10 15,0 10-15,0 0 0,-10 0 0,10 0 0,-10 1 0,10-1 0,0 0 16,-10-10-16,0 10 0,10 0 0,0 0 0,-10 0 0,10 0 0,-9 10 16,9-20-16,-10 20 0,10-19 0,-10 9 0,0 10 0,10-10 0,-10-10 15,10 10-15,-10 10 0,10-10 0,0-10 0,-20 10 0,20 0 0,-10-9 16,0 9-16,10-10 0,0 0 0,-10 10 0,10-10 0,0 10 0,0 0 15,0 0-15,0-9 0,0 9 0,0 0 16,0 0-16,0 0 0,0 0 0,0 0 16,0 0-16,0 0 0,0 0 15,0 0-15,0 0 0,0 0 16,0 1-16,0-1 0,-10 0 0,1 0 16,9 0-16,-10 10 0,0-20 15,0 20-15,20 0 78,0 0-31,0 10-31,-10 0-16,0 0 0,19 0 0,-19 0 0,10 0 15,0-1-15,0 11 0,0 0 0,0 0 0,0-10 0,0 20 0,0-20 0,0 0 16,0 9-16,-1-9 0,1 10 0,-10-10 0,20 10 0,-20-10 0,10 0 16,-10 0-16,0 0 0,20 0 0,-20-1 0,0 1 0,10-10 0,-10 10 15,0 0-15,0 0 0,10-10 0,-10 10 0,0 0 16,0 0-16,0 0 16,10 0-16,-10 0 0,0 0 0,0 0 15,0-1-15,0 1 0,10-10 0,-10 10 16,10 0-16,-10 0 0,10 0 0,-10 0 0,9 10 0,-9-10 15,10 10-15,0-20 0,-10 19 0,10-19 0,-10 10 0,0 0 0,10 0 16,0 10-16,-10-10 0,10 0 0,-10 0 16,0 0-16,0 0 0,0 0 15,0 9-15,-10-19 16,0 0-16,10 10 0,-10-10 0,0 10 16,0-10-16,10 10 0,-10-10 0,10 10 15,0 0-15,-9-10 0,9 10 16,-10-10-1,0 0 1,0 0 0,0 0-16,0 0 15,0 0-15,10-10 0,-10 0 0,0 0 16,0 10-16,10-10 0,-10 0 0</inkml:trace>
  <inkml:trace contextRef="#ctx0" brushRef="#br0" timeOffset="61632.7">13117 7372 0,'29'0'16,"-19"0"-1,-10 10-15,10 0 0,-10 0 0,0 0 0,10 9 0,0-9 16,-10 10-16,0-10 0,10 0 0,0 10 0,-10 0 0,10-10 0,-10 0 16,0 9-16,0-9 0,0 0 0,0 0 0,0 10 0,0-10 15,0 0-15,0 0 0,0 0 0,0 0 0,0 10 0,0-11 16,0 11-16,0-10 0,0 0 0,0 0 0,0 10 16,-10-10-16,10 0 0,0 0 0,0 0 0,-10 0 0,10-1 0,0 1 15,0 0-15,0 0 0,0 10 0,0 0 0,0-10 0,0 0 0,0 0 16,0 10-16,0-11 0,0 11 0,0-10 0,0 0 0,0 0 15,0 0-15,0 0 0,0 0 0,0 10 0,0-10 0,0-1 16,0 1-16,0 0 0,0 0 0,0 0 0,0 10 16,0-10-16,0 0 0,-10 0 0,0-10 0,10 10 15,0 0-15,-10-10 0,10 10 0,-10-1 0,0-9 16,1 10-16,-1 0 0,0 0 16,0 0-16,0 0 0,10 0 0,0 0 15,-10-10-15,0 10 0,10 0 0,0 0 16,0 0-16,-10-10 0,10 10 0,0-1 0,0 1 15,0 0-15,-10 0 0,10 0 0,0 0 0,0 0 16,-10-10-16,0 10 0,10 0 0,-10 0 16,1-10-16,9 10 0,-10-10 0,0 10 0,10 0 0,-10-10 15,0 0-15,0 9 0,0-9 0,0 0 0,0 10 16,0-10-16,0 0 0,10 10 0,-10 0 0,0 0 16,1-10-16,-1 10 0,10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448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117.5853" units="1/cm"/>
          <inkml:channelProperty channel="Y" name="resolution" value="67.28972" units="1/cm"/>
          <inkml:channelProperty channel="T" name="resolution" value="1" units="1/dev"/>
        </inkml:channelProperties>
      </inkml:inkSource>
      <inkml:timestamp xml:id="ts0" timeString="2026-03-16T17:31:52.46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11450 6658 0,'10'0'0,"0"0"15,0 0 1,0 0-16,-1 0 16,1 0-16,0 0 0,0 0 15,0 0-15,0 0 0,0 0 0,0 0 16,10 0-16,-10 0 0,0 0 16,0 0-16,-1 0 0,1 0 0,0 0 0,0 0 15,10 0-15,-10 0 0,0 0 0,0 0 0,0 0 0,0 0 16,0 0-16,0 0 0,-1 0 0,1 0 0,10 0 0,-10 0 0,0 0 0,10 0 15,0 0-15,-10 0 0,0 0 0,9 0 0,-9 0 0,20 0 16,-10 10-16,0-10 0,-10 0 0,10 0 0,-1 0 0,1 0 0,0 0 0,0 9 0,0-9 16,-10 0-16,19 0 0,-19 0 0,10 10 0,0-10 0,-10 0 0,20 0 15,-20 0-15,0 0 0,9 0 0,1 0 0,0 0 0,0 0 0,-10 0 0,0 0 16,20 0-16,-21 0 0,1 0 0,10 10 0,0-10 0,-10 0 0,0 0 0,0 0 16,20 0-16,-11 0 0,-9 0 0,10 0 0,0 10 0,0-10 0,0 0 0,-10 0 15,10 0-15,-1 0 0,11 10 0,-10-10 0,0 0 0,10 0 0,-11 0 16,1 0-16,0 0 0,10 0 0,-10 0 0,10 0 0,-1 10 0,-9 0 0,20-10 15,-20 0-15,0 0 0,9 0 0,1 0 0,-10 0 0,0 0 0,9 10 0,11-10 16,-20 0-16,10 0 0,-10 0 0,-1 0 0,11 0 0,-10 0 0,30 10 16,-30 0-16,9-10 0,-19 0 0,10 0 0,10 0 0,-20 0 0,20 0 0,-11 0 15,1 10-15,0-10 0,-10 0 0,10 0 0,10 0 0,-21 0 0,1 0 0,10 0 16,-10 0-16,10 0 0,-10 0 0,0 0 0,10 0 0,-10 0 0,0 0 0,-1 0 16,11 0-16,-10 0 0,0 0 0,10 0 0,-10 0 0,0 0 15,0 0-15,10 0 0,-10 0 0,-1 0 0,1 0 0,0 0 0,0 0 0,10 0 16,-10 0-16,0 0 0,0 0 0,0 0 0,0 0 0,0 0 15,0 0-15,-1 0 0,1 0 0,0-10 0,0 10 16,-10-10 0,10 10-16,0 0 0</inkml:trace>
  <inkml:trace contextRef="#ctx0" brushRef="#br0" timeOffset="1421.09">17492 6965 0,'0'10'31,"0"0"-15,10 0-16,-10 0 0,10 0 0,0-10 15,0 20-15,0-10 0,0-1 0,0-9 0,10 20 16,-11-10-16,11 0 0,0 0 0,-10 0 0,0 0 15,10 0-15,-10-10 0,0 10 0,19 10 0,-19-20 0,0 10 0,10-10 0,-10 9 16,10 1-16,0 0 0,-10-10 0,10 10 0,-1 0 0,11 0 0,-20 0 0,10-10 16,0 10-16,10-10 0,-21 10 0,11-10 0,0 0 0,0 10 0,10 0 0,-10-10 15,-1 10-15,1-10 0,0 9 0,10-9 0,0 10 0,-20-10 0,19 0 0,-9 10 16,10 0-16,-10-10 0,10 10 0,-11-10 0,11 0 0,-10 0 0,10 10 16,0-10-16,-11 10 0,11-10 0,0 0 0,0 10 0,-1 0 0,1-10 0,0 0 15,0 10-15,-1 0 0,21-10 0,-20 10 0,10-10 0,-11 0 0,1 19 0,10-19 16,-10 10-16,19 0 0,-19-10 0,0 10 0,-1 0 0,1 0 0,30 0 0,-30-10 15,-1 0-15,-9 10 0,10-10 0,0 10 0,-1 0 0,1-10 0,-10 0 0,20 10 16,-11-10-16,-9 0 0,20 0 0,-10 0 0,-10 0 0,9 0 0,-9 0 0,10 0 16,-10 0-16,20 0 0,-31 0 0,31 0 0,-20 0 0,10 0 0,-10 0 15,9 0-15,-9 0 0,0 0 0,0-10 0,10 0 0,-11 10 0,1-20 0,0 20 16,0-20-16,0 10 0,0 10 0,-10-20 0,9 10 0,-9 10 0,10-19 0,0 9 16,-10 0-16,10 0 0,-20 0 0,10 0 0,0 0 0,10 0 0,-11 0 0,11 0 15,-20 0-15,20 0 0,-20 1 0,20-1 0,-10 0 0,0 0 0,0 0 0,0 10 16,10-20-16,-20 10 0,19 10 0,-19-10 0,10 0 0,0 0 0,0 0 15,10-9-15,-10 9 0,0 0 0,0 10 0,-10-10 0,10 0 16,-10 0-16,10 0 0,0 0 0,-10-10 0,0 0 16,0 11-16,0-1 0,0 0 0,0 0 0,0 0 15,0 0-15,0 0 0,0 0 0,0 0 0,0-10 0,0 10 16,0 0-16,0 1 0,-10 9 0,10-10 0,0-10 16,0 10-16,-10 0 0,10 0 0,0 0 0,0 0 15,0 20 188,0 0-187,0 0 0,0 0-1</inkml:trace>
  <inkml:trace contextRef="#ctx0" brushRef="#br0" timeOffset="6668.6">17294 10606 0,'0'10'47,"0"0"-47,0 0 16,0 0-16,0 0 0,0 10 0,0-10 16,0 0-16,0 0 0,0 10 0,0-11 0,0 1 0,0 0 15,0 0-15,0 10 0,0-10 0,0 0 0,0 10 0,0-10 0,10 10 0,-10-11 16,0 11-16,0 0 0,10 0 0,-10-10 0,0 10 0,10 10 0,-10-1 15,0-19-15,0 20 0,0-20 0,10 30 0,-1-21 0,-9 11 0,0-10 0,10 0 16,-10 10-16,0-11 0,10 1 0,-10 10 0,0 0 0,0-10 0,0 9 0,10 1 16,0 0-16,-10-10 0,0-10 0,0 20 0,0-21 0,0 21 0,0-10 0,0 10 15,0-10-15,0-10 0,0 9 0,0 1 0,0 0 0,0-10 0,0 10 0,0 0 16,0-10-16,0 10 0,0-11 0,0 1 0,0 10 0,0 0 0,0-10 16,0 0-16,0 0 0,0 10 0,0-1 0,0-9 0,0 0 0,0 10 15,0-10-15,0 10 0,0-10 0,0 0 0,0 0 0,0 10 16,0-11-16,0 1 0,0 0 0,0 0 0,0 0 15,10-10 32,0 0-47,0 0 16,0 0-16,0 0 0,0-10 0,0 10 0,9 0 0,1-10 16,-10 10-16,0 0 0,0 0 0,10 0 0,-10-10 0,0 10 0,10 0 15,-11-10-15,1 10 0,0 0 0,0 0 0,10 0 0,0-9 0,-10 9 0,0 0 16,0-10-16,10 10 0,-1 0 0,-9 0 0,0 0 0,0 0 15,10 0-15,-20-10 0,20 10 0,-10 0 0,0 0 0,0 0 0,19 0 16,-19 0-16,10 0 0,-10 0 0,0 0 0,0 0 0,10 0 0,-10 0 16,10 0-16,-1 0 0,-9 0 0,0 0 0,20 0 0,-20 0 0,10 0 15,0 0-15,-1 0 0,1 0 0,10 0 0,0 0 0,-10 0 0,19 0 0,-9 0 16,0 0-16,0 0 0,-1 0 0,1 0 0,0 0 0,20 0 0,-11 0 0,-9-10 16,20 10-16,-1 0 0,-9 0 0,9 0 0,-9 0 0,20 0 0,-21 0 15,11 0-15,0-10 0,-1 0 0,11 10 0,-21 0 0,11 0 0,0-10 0,9 10 16,-29-10-16,30 10 0,-21-10 0,21 10 0,-21-10 0,21 0 0,-20 10 15,9 0-15,1-10 0,-10 10 0,-1-10 0,1 10 0,10-9 0,-11 9 0,1-10 0,0 10 16,-1-10-16,11 10 0,-20 0 0,-1 0 0,11 0 0,-10 0 0,0 0 0,9 0 16,-9 0-16,0 0 0,0 0 0,-1 0 0,1 0 0,0 0 0,-10 10 15,10-10-15,-11 10 0,11-1 0,0 1 0,0 0 0,-10 0 0,9 0 0,-9 0 16,10 0-16,0 0 0,-11 0 0,11 0 0,-10 0 0,20 10 0,-30-20 0,29 19 16,-19-19-16,10 10 0,-20 10 0,10-20 0,10 0 0,-11 10 0,11 0 0,-10 0 15,-10-10-15,20 0 0,-10 0 0,-1 0 0,-9 10 0,10-10 0,0 0 0,0 0 16,10 0-16,-21 0 0,11 0 0,0 0 0,0 0 0,-10 0 0,10 0 15,0 0-15,-1 0 0,-9 0 0,20 0 0,0 0 0,-20 0 0,10 0 0,0 0 16,-1 0-16,1 0 0,10 0 0,0 0 0,-10 0 0,9 0 0,-9 0 0,0 0 16,10 0-16,-10 0 0,0 10 0,9-10 0,-9 0 0,10 10 0,0-10 0,-10 0 15,9 0-15,-9 0 0,0 10 0,0 0 0,0-10 0,9 0 0,-9 0 0,0 9 16,10 1-16,-20-10 0,20 0 0,-21 10 0,11-10 0,-10 0 0,10 0 16,0 0-16,-10 0 0,0 10 0,20-10 0,-21 0 0,1 0 0,10 0 0,0 0 15,-10 0-15,0 0 0,0 0 0,10 0 0,-10 0 0,0 0 0,-1 0 0,1 0 16,0 0-16,10 0 0,-10 0 0,10 0 0,-10 0 0,0 0 0,10 0 15,-1 0-15,-9 0 0,0 0 0,0 0 0,10 0 0,-10 0 0,0 0 0,10 0 16,0 0-16,-1 0 0,-9 0 0,0 0 0,20 0 0,-10 0 0,0 0 0,9 0 16,-19 0-16,20 0 0,-10 0 0,10 0 0,-10 0 0,-1 0 0,11 0 0,-10 0 15,10 10-15,-10-10 0,0 0 0,-1 0 0,1 0 0,0 0 0,10 0 16,-20 0-16,10 0 0,-10 0 0,9 0 0,1 0 0,0 10 0,-10-10 0,0 0 16,10 0-16,-10 0 0,0 0 0,-1 0 0,1 0 0,0 0 0,0 0 0,10 0 15,0 0-15,-10 0 0,0 0 0,0 0 0,19 0 0,-19 0 16,0 0-16,0 0 0,10 0 0,-10 0 0,0 0 0,10 0 0,-10 0 0,0 0 0,0 0 15,19 0-15,-9 0 0,-10 0 0,0 0 0,10 0 0,10 0 0,-11 0 16,-9 0-16,20 0 0,-10 0 0,0 0 0,0 0 0,9 0 0,1 0 0,-10 0 16,10 0-16,-10 0 0,-1 0 0,11 0 0,-10 0 0,0 0 0,10 0 0,-1 0 15,-9 0-15,10 0 0,-10 0 0,10 0 0,-20 0 0,9 0 0,1 0 0,-10 0 16,20 0-16,-10 0 0,-10 0 0,0 0 0,10 0 0,-11 0 0,11 0 16,-10 0-16,0 0 0,10 0 0,-10 0 0,0 0 0,0 0 0,0 0 15,0 0-15,0 0 0,-1 0 0,1 0 16,0 0-16,0 0 0,0 0 0,0 0 0,0 0 15,0 0-15,0 0 0,0 0 0,0 0 16,0 0-16,-1 0 0,1 0 16,-10-10 15,0 0-15,0 0-16,0 0 78,0 0-63,0 1-15,0-1 16,0 0-16,0 0 0,0 0 16,0 0-16,0 0 0,0-10 0,0 10 15,-10 10-15,10-10 0,0 0 0,0 0 0,-9 10 0,9-9 0,-10-1 0,10 0 16,-10 0-16,10 0 0,-10 0 0,0-10 0,10 10 0,0 0 0,-10 0 15,0 0-15,10 0 0,-10 10 0,10-19 0,-10 9 0,10 0 0,-10 0 0,10 0 16,0 0-16,-10 0 0,10 0 0,0 0 0,-10 10 0,10-10 16,0 0-16,0 1 0,0-1 0,0-10 0,-9 20 0,9-10 15,0 0-15,0 0 0,0-10 0,0 10 0,0 0 0,0-10 0,0 11 16,0-1-16,0 0 0,0 0 0,0 0 0,0 0 0,0 0 0,0 0 16,0 0-16,0 0 0,0 0 0,0 0 0,0 0 0,0 1 0,0-1 15,0-10-15,0 10 0,0 0 0,9 0 0,-9 0 0,0 0 0,0 0 16,0-10-16,0 10 0,0 1 0,0-1 0,0 0 15,0 0-15,0 0 16,0 0 62,0 20 0,0 0-78,0 0 16,0 0-16,0 0 0,0-1 0,0 1 0,0 0 16,10 0-16,-10 0 0,0 0 0,0 10 0,0-10 15,10 0-15,0 0 0,-10 0 0,0 9 0,0-9 16,10 0-16,-10 0 0,0 0 0,10 0 0,-10 0 0,0 0 0,0 0 15,10 10-15,0-10 0,-10 9 0,0-9 0,0 10 0,10-10 0,0 0 0,-10 20 16,0-20-16,0 0 0,0 0 0,0 9 0,0-9 0,0 10 0,0-10 0,0 0 16,0 0-16,0 10 0,0-10 0,0 0 0,0 0 0,0 9 0,0-9 0,0 0 15,0 10-15,0-10 0,0 0 0,0 0 0,0 0 0,0 0 16,-10 10-16,10-11 0,0 1 0,-10-10 0,10 10 0,0 0 16,0 0-16,-10-10 0,10 10 0,0 0 15,0 0 1,0 0 31,0 0-47,-10-10 62,0 0-62,0 0 0,0 0 16,0-10 15,10 0-31,0 0 0,0 0 16,0 0-16,0 0 0,0 0 0,0-10 15,0 11-15,0-1 0,0 0 16,0 0-16,0 0 16,0 0-1</inkml:trace>
  <inkml:trace contextRef="#ctx0" brushRef="#br0" timeOffset="7577.12">24567 11499 0,'0'10'62,"9"0"-62,-9 0 0,0 0 16,0 0-16,0 0 0,10-10 0,-10 10 0,10 0 0,-10 0 15,0 0-15,0 0 0,0 0 0,10-1 0,-10 1 0,0 10 0,10 0 0,-10-10 16,0 0-16,0 0 0,0 10 0,0-10 0,0 0 0,0-1 16,0 1-16,0 0 0,0 0 0,0 0 0,0 0 0,0 0 0,0 0 15,0 0-15,0 0 0,-10 0 0,10 0 16,0-1-16,-10-9 0,10 10 0,0 0 15,0 0-15,-10 0 0,10 0 16,0 0-16,0 0 0,0 0 0,0 10 16,0-10-16,0 0 0,0-1 0,0 1 0,0 0 0,10 0 15,-10 10-15,0-10 0,10 0 0,-10 0 16,0 0-16,0 0 0,10-10 0,-10 10 16,-10-10 109,0 0-110,0 0-15,0 0 0,1 0 16,-1 0-16,0 0 0,0 0 15,0 0-15,0 10 16,0-1 0,10 1-16,-10-10 0,10 10 0,-10-10 15,0 10-15,0-10 0,0 0 16,1 0-16,-1 0 0,-10 0 0,10 0 16,0 0-16,0 0 0,-10 0 0,10 0 0,0 0 0,0 0 15,-9 0-15,-1 0 0,10 0 0,-10 0 0,0 0 0,0 0 0,0 0 0,1 0 16,-1 0-16,-10 0 0,10 0 0,0 0 0,-10 0 0,1 0 0,-1 0 0,10 0 15,-10 0-15,1 0 0,9-10 0,-10 10 0,0 0 0,0 0 0</inkml:trace>
  <inkml:trace contextRef="#ctx0" brushRef="#br0" timeOffset="9459.93">17393 10597 0,'0'0'0,"0"-10"0,0 0 32,10 10-32,0 0 0,10 0 0,0 0 15,-11 0-15,1 0 0,0 0 0,0 0 0,0 0 0,10 0 16,-10 0-16,10 0 0,0-10 0,-1 10 16,-9 0-16,10 0 0,-20-10 0,10 10 0,10 0 15,-20-10-15,10 10 0,-10-10 0,10 10 16,-10-10-16,10 10 15,-10-10-15,10 10 16,0 0-16,0 0 16,-20 0 15,0 0-15,0 0-16,0 0 0,0 0 0,0 0 0,-10 0 0,0 0 0,10 0 15,0 0-15,-9 0 0,-21 10 0,20-10 0,0 0 0,0 0 0,1 0 16,-1 0-16,-40 0 0,30 0 0,-9 0 15,19 0-15,-20 0 0,10 0 0,21 0 0,-11 0 0,0 0 0,0 0 16,0 0-16,10 0 0,0 0 0,0 0 0,10 10 31,10-10-31,0 0 0,0 0 0,0 0 0,10 0 16,0 0-16,10 10 0,-21 0 0,11-10 0,0 0 0,-10 0 0,30 0 16,-20 0-16,-10 0 0,9 0 0,1 0 0,-10 0 0,0 0 0,10 0 15,-10 0-15,0 0 0,0 0 0,0 0 16,-10-10-16,0 0 0,0 0 15,0-10-15,0 10 16,9 10 0,1 0-1,0 0-15,0 0 0,0 0 0,0 0 16,0 10-16,0-10 0,0 0 0,0 10 0,0 0 16,0 0-16,-20-10 46,0 0-46,0 0 0,0 0 16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448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117.5853" units="1/cm"/>
          <inkml:channelProperty channel="Y" name="resolution" value="67.28972" units="1/cm"/>
          <inkml:channelProperty channel="T" name="resolution" value="1" units="1/dev"/>
        </inkml:channelProperties>
      </inkml:inkSource>
      <inkml:timestamp xml:id="ts0" timeString="2026-03-16T17:32:14.11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9475 5526 0,'10'0'31,"-10"10"-31,0 0 0,10-10 15,0 0-15,-10 10 0,10-10 16,-10 10-16,10-10 0,-10 10 16,10 0-16,0-10 0,0 10 0,0-10 0,0 10 15,0-10-15,-1 10 0,1-10 0,0 10 0,10 10 0,-10-20 0,0 0 16,20 9-16,-20 11 0,0-20 0,9 10 0,-9 0 0,10 0 0,0 0 0,10 20 16,0-30-16,9 30 0,-19-21 0,10 1 0,-20 0 0,10 0 15,-1 0-15,1 0 0,0-10 0,-10 20 0,20-20 0,-20 10 0,10-10 16,-10 10-16,19 0 0,-19 0 0,10 0 0,0-10 0,-10 0 0,0 9 0,10 1 15,9 0-15,-19 0 0,10-10 0,-10 20 0,10-20 0,-10 0 0,0 10 16,10-10-16,-10 10 0,-1-10 0,11 0 0,-10 0 0,0 0 0,0 10 0,10-10 16,-10 0-16,0 10 0,10-10 0,-10 0 0,9 0 15,1 0-15,-10 0 0,0 0 0,0 0 0,10 0 0,0 0 16,-10 0-16,-1-10 0,1 10 0,10 0 0,0-10 0,-10 0 16,0 0-16,0 10 0,10-10 0,-10 0 0,9 10 0,-9-10 15,0 10-15,-10-10 0,10 0 0,10 1 0,0-1 0,-10 10 16,0-20-16,10 10 0,-10 10 0,-10-10 0,19 10 0,-19-10 0,20 0 15,-10 10-15,10-10 0,0 10 0,0 0 0,-10 0 0,0 0 16,-1 0-16,21 0 0,-10 0 0,-10 0 0,10 0 0,0 0 0,9 0 0,1 0 16,-20 0-16,20 0 0,0 0 0,-1 0 0,1 0 0,0 0 0,0 0 0,-1 10 15,1 0-15,10-10 0,-10 0 0,9 10 0,-9-10 0,10 0 0,-10 0 0,9 10 16,-9-10-16,10 10 0,-1-10 0,11 0 0,-10 0 0,-11 0 0,1 0 16,10 0-16,0 10 0,-1-10 0,-9 0 0,10 0 0,-10 0 0,9 0 0,-9 0 0,0 0 15,9 0-15,-9 0 0,0 0 0,0 0 0,-1 0 0,11 0 0,-10 0 16,10 0-16,-21 10 0,11-10 0,10 0 0,-10 0 0,9 0 0,-9 10 0,20-10 15,-11 9-15,1-9 0,-10 10 0,10 0 0,9-10 0,-19 0 0,20 10 16,-1 0-16,-9 0 0,19 0 0,-19-10 0,10 10 0,-1 0 0,1 0 0,9 0 0,-9 0 16,10-1-16,-11-9 0,11 20 0,9-20 0,-9 10 0,9 0 0,-29 0 15,29-10-15,-19 20 0,9-10 0,11 0 0,-30 0 0,29-10 0,-9 10 0,-11 0 16,-9-10-16,19 0 0,-19 9 0,20 1 0,-21-10 0,-9 0 0,20 0 0,-11 10 16,1-10-16,10 0 0,-21 0 0,11 0 0,-10 0 0,0 0 0,-1 0 0,1 0 15,0 0-15,10 0 0,-21 0 0,11 0 0,0 0 0,-20 0 0,20 0 0,-10 0 16,-1 0-16,1 0 0,10 0 0,-10 0 0,0 0 0,-10 0 0,19 0 15,-9 0-15,-10 0 0,20 0 0,-10 0 0,0 0 0,-1 0 0,11 0 0,-20 0 16,10 0-16,10 0 0,-10 0 0,-10 0 0,19 0 0,-19 0 0,10 0 0,10 0 16,-10 0-16,-1 0 0,-9 0 0,10 0 0,0 10 0,0-10 0,-10 0 0,0 0 15,0 10-15,0-10 0,0 0 0,9 0 0,-9 0 16,-10-10 0,0 0-16,0 0 0,0 0 15,0 1-15,-10-1 0,10-10 0,-10 20 0,10-10 0,-19 0 16,19 0-16,-10 10 0,10-10 0,-20 10 15,20-10-15,-10 10 0,10-10 0,-10 10 16,0 0-16,0 0 16,0 0-16,0 0 15,0 0-15,0-10 0,1 10 16,-1 0-16,0-10 0,0 10 0,0-10 16,-10 10-16,10-9 0,-10 9 0,10 0 15,0-10-15,-9 0 0,9 10 0,-10 0 0,10 0 0,0-10 16,-10 10-16,10 0 0,0 0 0,0 0 0,0 0 15,1 0-15,-1 0 16,0 0-16,0 0 16,0 0-1,10-10-15,-10 0 0,0 10 0,10-10 16,-10 10-16,10-10 0,-10 0 0,10 0 0,-10 10 16,0-10-16,10-9 0,-10 19 0,0-10 0,1 0 0,9 0 15,0 0-15,-10 10 0,10-10 0,-10 0 0,10 0 0,-10 0 0,10 0 0,-10-10 16,0 10-16,10 1 0,0-1 0,-10 0 0,10 0 0,-10-10 15,10 10-15,0 0 0,0 0 16,0 0-16,0 0 0,-10 0 16,10 0-16,0 1 15,-10 9-15,0 0 0,0 0 16,0 0 0,-9 0-16,9 0 15,10 9 32</inkml:trace>
  <inkml:trace contextRef="#ctx0" brushRef="#br0" timeOffset="2315.29">9436 11122 0,'20'0'16,"-11"0"-16,1 10 16,0-10-16,0 0 15,0 0-15,-10 10 0,10-10 16,0 0-16,0 0 0,0 10 0,10-10 0,-10 10 0,0-10 15,-1 10-15,21 0 0,-20 0 0,10 0 0,-10-10 0,10 10 16,-10 0-16,0-10 0,9 10 0,1-1 0,-10-9 0,0 10 0,10 0 16,-10-10-16,10 10 0,-10-10 0,9 10 0,-9 0 0,10-10 0,-20 10 0,20-10 15,-10 10-15,0-10 0,10 10 0,-10 0 0,0-10 0,9 10 0,-19 0 16,20-10-16,0 10 0,0-10 0,-20 9 0,30-9 0,-20 10 0,0 0 16,0-10-16,-1 0 0,1 0 0,10 10 0,-10-10 0,10 10 0,-10-10 15,0 0-15,10 0 0,0 0 0,-11 10 0,1-10 0,10 10 0,-10-10 0,0 0 0,0 0 16,0 0-16,0 10 0,10-10 0,-10 0 0,9 0 0,-9 0 15,0 0-15,0 0 0,0 0 0,0 0 0,10 0 0,-10 0 0,0 0 16,0 0-16,10 0 0,-11 0 0,11 0 0,-10 0 16,10 0-16,-20-10 0,10 10 0,0-10 0,0 10 15,0-10-15,0 10 0,-10-10 0,10 10 16,-1 0-16,-9-10 0,10 10 0,0 0 0,0 0 0,-10-10 0,10 10 16,0 0-16,-10-10 0,10 1 0,0 9 0,0 0 0,10 0 15,-20-10-15,10 10 0,9 0 0,-9 0 0,10-10 16,-10 10-16,0 0 0,0 0 0,10 0 0,-10 0 15,10-10-15,-10 0 0,-1 10 0,1 0 0,0 0 0,0 0 0,10 0 0,-10 0 16,10 0-16,-10 0 0,0-10 0,10 10 0,-11 0 0,11 0 16,-10 0-16,10 0 0,-10 0 0,0 0 0,10 0 0,0 0 0,-11 0 0,1 0 15,10 0-15,0 0 0,-10 0 0,10 0 0,0 0 0,0 0 0,-1 0 0,1 0 16,0 0-16,-10 0 0,10 0 0,0 0 0,0 0 0,9 0 0,-19 0 0,0 0 16,20 0-16,-10 0 0,10 0 0,-11 0 0,11 0 0,-10 0 0,0 0 0,0 0 15,0 0-15,9 0 0,1 0 0,-10 0 0,10 0 0,-10 0 0,19 0 0,-19 0 16,0 0-16,10 0 0,-11 0 0,11 0 0,10 0 0,-20 0 0,0 0 15,9 0-15,1 0 0,-10 0 0,10 0 0,-10 0 0,9 0 0,11 0 0,-10 0 16,0 0-16,-1 0 0,1 0 0,0 0 0,-10 0 0,9 0 0,1 0 0,10 0 16,-20 0-16,10 0 0,-1 0 0,1 0 0,0 0 0,-10 0 0,9 0 0,11 0 15,-20 0-15,20 0 0,-20 0 0,9 0 0,1 0 0,0 0 0,-10 0 0,9 0 16,11 0-16,-20 0 0,10 0 0,9 0 0,-19 0 0,20 0 0,-10 0 0,-1 0 16,1 10-16,0-10 0,0 0 0,0 0 0,-1 0 0,1 0 0,0 0 15,0 0-15,-11 0 0,11 0 0,0 0 0,10 0 0,-20 0 0,9 0 0,1 0 16,0 0-16,0 0 0,-1 0 0,1 0 0,-10 0 0,10 0 0,-1 0 0,-9 0 15,10 0-15,0 0 0,-10 0 0,9 0 0,-9 0 0,10 0 0,0 0 0,-10 0 16,9 0-16,-9 0 0,0 0 0,10 0 0,-20 0 0,20 0 0,-11 0 0,11 0 16,-10 0-16,0 0 0,0 0 0,-10-10 0,19 10 0,-9 0 0,0 0 15,-10 0-15,10 0 0,0 0 0,0 0 0,-11 0 0,1-10 0,0 10 0,10 0 16,-10 0-16,0 0 0,10 0 0,-10 0 0,0 0 0,10 0 0,-11 0 16,1 0-16,0 0 0,0 0 0,10 0 0,-10 0 0,10 0 0,-10 0 15,0 0-15,0 0 0,0 0 0,-1 0 0,1 0 0,0 0 16,0 0-16,-10-10 0,0 0 15,0 0-15,0 0 16,-10 10 0,0 0-1,10 10 1,0 0 0,10-10 46,0 0-62,0 0 0,0 0 16,0 0-16,0 0 15,0 0-15,0 0 0,-10-10 16,10 10 0,-10-10-16,0 0 0,0 0 0,10 1 15,0 9-15,-10-10 0,9 10 16,-9-20-16,10 20 0,-10-10 0,10 10 0,0-10 0,0 10 15,-10-10-15,10 0 0,0 0 0,0 10 16,0-10-16,0 10 0,0 0 0,-10-10 0,10 10 16,-10 10 31,0 0-32,-10-10 1,0 10-16,10 0 0,-10-10 0,10 10 0,-10-10 15,10 10-15,-10-10 0,0 10 0,10 0 16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448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117.5853" units="1/cm"/>
          <inkml:channelProperty channel="Y" name="resolution" value="67.28972" units="1/cm"/>
          <inkml:channelProperty channel="T" name="resolution" value="1" units="1/dev"/>
        </inkml:channelProperties>
      </inkml:inkSource>
      <inkml:timestamp xml:id="ts0" timeString="2026-03-16T17:32:53.92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7362 2292 0,'0'10'16,"0"0"-16,0 0 16,-10-10-16,10 10 0,0 0 0,0-1 15,0 1-15,0 0 0,0 0 0,-10-10 0,10 20 16,0-10-16,-10 0 0,10 0 0,0 0 0,0 0 0,0 0 15,0 0-15,0-1 0,0 1 0,0 10 0,0-10 0,0 20 0,0-20 0,0 10 0,0 0 16,0 9-16,10-9 0,-10-10 0,10 20 0,-10-10 0,10 9 0,0-9 16,-10 40-16,10-40 0,-10 0 0,20 9 0,-20 1 0,10 0 0,-10 0 15,0-11-15,10 11 0,-1 0 0,-9-10 0,10 10 0,-10-1 0,0 1 0,0-10 16,10 10-16,-10-1 0,10 11 0,-10-10 0,10-10 0,-10 10 0,0-11 0,0 31 16,0-20-16,0 19 0,0-29 0,0 10 0,0 0 0,0-10 15,0-1-15,0 1 0,0 0 0,0 0 0,0 0 0,0 19 16,0-9-16,0-10 0,0-10 0,0 10 0,0 0 0,0 0 0,0 9 0,0 11 15,0-20-15,0 10 0,0-11 0,0 11 0,0-10 0,0 10 0,0 0 16,0-11-16,0 11 0,0 0 0,0 10 0,0-11 0,0 1 0,0 0 0,0 0 16,0 9-16,20-9 0,-20 0 0,10 10 0,0-11 0,-10 1 0,0 0 0,10-10 15,-10 19-15,0-19 0,20 10 0,-20 0 0,0-10 0,0-1 0,10 1 16,-10 0-16,0 0 0,9-10 0,-9 10 0,0 0 0,0-10 0,0-1 0,0 1 0,0 10 16,0-10-16,0 0 0,0 0 0,0 0 0,0 0 15,0 0-15,0 0 0,0 0 0,0 0 0,0-1 16,0 1-16,0 10 0,0-10 0,0 0 15,0 0-15,0 0 0,0 0 0,0 0 0,0 0 0,0 10 0,0-11 16,0 1-16,0 0 0,0 0 0,10-10 0,-10 20 0,0-10 16,10 0-16,-10 0 0,10 10 0,0-20 15,-10 10-15,0 0 32,0 9-1,0-9-31,0 0 15,0 0-15,10 0 0,-10 0 0,0 0 0,0 0 16,10-10-16,-10 10 0,10 0 0,-10 0 0,0 0 16,10-10-16,-10 9 0,0 1 0,0 0 0,0 0 62,0 0-46,0 0-16,0 0 0,0 0 0,0 0 0,0 0 15,0 0-15,0 0 0,0-1 0,0 1 0,10-10 0,-10 10 16,0 0-16,0 0 0,0 0 0,10-10 16,-10 10-16,0 10 0,0-10 15,0 0-15,0 0 16,0 0-16,0-1 0,0 1 0,-10-10 16,10 10-16,-10 0 0,10 10 0,-10-20 15,0 0-15,10 10 0,-10 0 0,10 0 16,-10 0-16,10 0 15,-10-10-15,0 0 16,10 10 0,0 0 15,0-1-31,0 1 31,-10-10 0,10 10 1,10-10-17,0 0-15,0 0 16,0 0-16,0 0 0,10 10 0,-10-10 0,10 0 16,-10 0-16,9 0 0,-9 0 0,0 0 0,0 0 0,10 0 0,-10 0 15,10 0-15,-10 0 0,10 0 0,-1 0 0,-9 0 0,10 0 0,0 0 0,0 0 16,0 0-16,-10 0 0,19 0 0,-19 0 0,10 0 0,10 0 0,-10 0 0,-10 0 15,19 0-15,-9 0 0,0 0 0,10 10 0,-10-10 0,0 10 0,-1-10 16,11 0-16,-10 0 0,10 0 0,0 10 0,-11-10 0,11 10 0,0-10 0,0 0 16,-1 10-16,11 0 0,-20-10 0,20 0 0,-11 0 0,1 10 0,0-10 0,0 0 15,9 0-15,-9 0 0,10 0 0,9 10 0,-19 0 0,20-10 0,-20 0 0,19 0 16,-9 0-16,-10 0 0,29 9 0,-19-9 0,0 0 0,-1 0 0,21 10 16,-1 0-16,-19-10 0,0 0 0,9 10 0,-19-10 0,30 0 0,-21 10 0,11-10 15,-10 0-15,19 0 0,-19 10 0,19-10 0,-19 0 0,0 0 0,9 0 0,-19 0 16,20 0-16,-11 0 0,11 0 0,0 0 0,-11 0 0,-9 0 0,10 0 0,-1 0 15,1 0-15,0 0 0,-10 0 0,9 0 0,21 0 0,-21 0 0,1 0 16,0 0-16,9 0 0,-9 0 0,-10 0 0,10 0 0,9 0 0,-19 0 0,30 0 0,-31 0 16,31 10-16,-21 0 0,11 0 0,-10-10 0,19 10 0,-29 0 0,20 0 15,-1 9-15,-9-9 0,0 0 0,9 0 0,-9-10 0,10 20 0,-11-10 0,-9 0 16,0 0-16,0 0 0,19 0 0,-9 0 0,0-1 0,-11 1 0,1-10 0,-10 0 16,10 10-16,-1-10 0,1 20 0,-10-20 0,10 0 0,-10 10 0,9-10 0,-9 10 15,0 0-15,0-10 0,0 0 0,0 0 0,9 10 0,-19-10 0,20 10 0,-10-10 16,0 10-16,0-10 0,-1 0 0,1 10 0,-10 0 0,20-10 0,-20 0 15,10 0-15,0 9 0,-1 1 0,1-10 0,10 10 0,-20-10 0,10 0 0,10 10 16,-20 0-16,9-10 0,1 0 0,0 10 0,10-10 0,-20 10 0,20 0 0,-11-10 16,1 0-16,10 10 0,-20 0 0,10-10 0,0 0 0,9 10 0,-9-10 0,0 0 15,0 10-15,-10 0 0,10-10 0,9 0 0,-9 0 0,-10 0 0,10 9 0,0-9 16,0 0-16,-10 0 0,9 0 0,-9 0 0,20 0 0,-20 0 0,0 0 16,0 0-16,20 0 0,-20 0 0,0 0 0,-1 0 0,11 0 0,-10 0 0,0 0 15,0 0-15,0 0 0,0 0 0,0 0 0,0 0 0,0 0 0,10 0 0,-11 0 16,1 0-16,10-9 0,-10 9 0,10 0 0,-10 0 0,0 0 15,0 0-15,0 0 0,0 0 0,0 0 0,-1 0 0,-9-10 16,10 10-16,0 0 0,0 0 0,0 0 0,0 0 0,-10-10 16,10 10-16,0 0 0,0 0 0,0 0 0,0 0 0,0-10 15,-1 10-15,1 0 0,0-10 0,0 10 0,0 0 0,0 0 16,0-10-16,0 10 0,10-10 0,-10 10 0,-10-10 16,10 0-16,0 10 0,-10-10 0,9 10 0,11-10 0,-20 0 0,10 10 15,0-10-15,0 10 0,-10-9 0,10-1 0,0 10 0,-10-10 0,10 10 16,10-10-16,-10 10 0,0-10 0,-1 10 0,1 0 15,0 0-15,0 0 0,0 0 0,0-10 0,0 10 0,10 0 0,-10 0 16,0 0-16,0 0 0,9 0 0,1-10 0,-10 10 0,-10-10 16,10 10-16,0 0 0,0 0 0,0 0 0,0 0 0,0 0 0,0 0 0,0-10 15,0 10-15,9 0 0,-9 0 0,-10-10 0,10 0 16,0 10-16,0-10 0,0 10 0,-10-10 0,10 10 0,-10-9 16,10 9-16,-10-10 0,10 10 0,-10-10 0,0 0 15,10 10-15,0 0 16,0 0-16,-1-10 0,1 10 15,0 0-15,0 0 0,0 0 16,10 0-16,-10 0 0,0 0 0,0 0 16,0 0-16,9 0 0,-9 0 0,10 0 0,-10 0 15,0-10-15,0 10 0,0 0 0,0 0 0,0 0 0,0 0 0,0-10 16,0 10-16,-1 0 0,-9-10 0,10 10 0,-10-10 0,10 10 16,0-10-16,-10 0 15,0 0-15,0-9 16,0 9-16,0 0 0,0 0 15,0 0-15,10 10 16,0 0 0</inkml:trace>
  <inkml:trace contextRef="#ctx0" brushRef="#br0" timeOffset="1411.82">14436 2421 0,'0'10'15,"0"0"1,0 0-16,-10 0 0,10 0 0,0-1 0,0 11 0,-10 0 16,10-10-16,0 0 0,0 10 0,0-10 0,0 10 0,0 9 0,0-19 0,0 10 0,0 10 15,0-20-15,0 30 0,0-11 0,0-9 0,10 10 0,-10-10 16,10-10-16,-10 10 0,10 9 0,0-9 0,0 0 0,-10 0 0,0 0 0,10-1 16,0-9-16,0 20 0,-10-10 0,10 0 0,0 0 0,0 0 0,-10 9 0,0-9 15,19 10-15,-19 0 0,10-1 0,-10-9 0,0 20 0,20-10 0,-10 9 0,0 11 16,0-10-16,-10-11 0,0 21 0,10 0 0,-10-11 0,10 1 0,0 20 15,-10-21-15,0 1 0,10 0 0,-10 19 0,0-29 0,10 20 0,-10-21 0,0 11 16,0 0-16,0-1 0,0-9 0,0 50 0,0-51 0,0 1 16,0 0-16,0 0 0,0 9 0,0-19 0,0 10 0,0 0 0,0-1 0,-10 1 0,10 0 15,0-10-15,0 0 0,0 0 0,0 9 0,0-19 0,-10 10 0,10 10 0,0-10 16,0-1-16,0-9 0,-10 10 0,10 10 0,0-20 0,0 0 0,0 10 16,0 0-16,0-1 0,0 1 0,0-10 0,0 0 0,0 10 0,0 0 0,0-10 15,0 10-15,0-11 0,0 11 0,0-10 0,0 0 0,0 10 0,0 0 0,0-10 16,0 0-16,0 10 0,0-11 0,0 1 0,0 0 0,0 0 0,0 0 0,0 0 15,0 0-15,0 0 0,0 0 0,0 0 0,0 0 0,0 0 0,0 0 16,0 9-16,0-9 0,0 0 0,0 0 0,0 0 0,0 0 0,0 0 0,0 0 16,0 0-16,0 0 0,0 10 0,0-11 0,0 11 0,0-10 15,0 0-15,0 0 0,-10-10 0,10 10 0,-10 10 0,10-10 16,0 0-16,0 9 0,0-9 16,0 0-16,0 0 0,0 0 0,0 0 15,0 0-15,0 0 0,0 0 0,0 0 0,0 0 16,0 0-16,0 0 0,0-1 0,0 1 0,10 10 0,-10-10 15,10 0-15,-10 0 0,0 0 0,10 0 0,-10 0 16,0 0-16,0 0 0,0 0 0</inkml:trace>
  <inkml:trace contextRef="#ctx0" brushRef="#br0" timeOffset="7567.52">12363 5130 0,'-10'0'47,"0"0"-31,0 0-16,0 0 0,0 0 47,0 0-32,0 0 1,0 0-16,0 0 0,0 0 16,1 0-16,-1 0 0,0 0 0,0 0 0,0-10 0,0 10 15,0 0-15,10-10 0,-20 0 0,10 10 16,0 0-16,0-10 0,0 10 0,1 0 0,-1 0 15,-10 0-15,20-10 0,-10 10 0,0 0 0,0 0 16,0 0-16,0 0 0,0 0 0,0 0 0,0 0 16,0 0-16,1 0 0,-1 0 0,-10 0 15,10 0-15,0 0 0,0 0 0,-10 0 0,10 0 16,0 0-16,0 0 0,0 0 0,1 0 0,-1 0 0,0 0 0,0 0 16,0 0-16,0 0 0,0 0 0,0 0 0,-10 0 0,10 0 0,0 0 15,1 0-15,-11 0 0,0 0 0,10 0 0,0 0 0,0 0 0,0 0 16,0 0-16,-10 0 0,10 0 0,1 0 0,-1 0 0,0 0 0,0 0 15,0-10-15,0 10 0,0 0 0,0 0 0,0 0 16,0-10-16,0 10 0,0 0 16,0 0-16,10-10 0,-9 10 0,-1 0 15,0 0-15,0 0 0,10-10 16,-10 10-16,0 0 16,10-10-1,-10 10-15,10 10 47,10-10-31,0 0 109,-10 10-110,10-10-15,0 0 0,0 0 0,0 0 16,9 0-16,-9 0 0,0 0 16,0 0-16,0 0 0,0 0 15,0 0-15,-20 0 47,10-10-47,-10 10 0,0-10 0,0 10 16,-10 0-16,10 0 0,1 0 0,-1 0 0,-10 0 0,10 0 0,0 0 15,-10 0-15,0 0 0,0 0 0,10 0 0,-19 0 0,19 0 0,-20 0 0,0 0 16,20 0-16,-19 0 0,9 0 0,-10 0 0,0 0 0,10 0 0,-9 0 0,-1 0 16,0 0-16,0 0 0,1 10 0,-1-10 0,-10 0 0,10 10 0,1-10 0,-11 10 15,10-10-15,-20 0 0,11 0 0,9 0 0,0 10 0,-9-10 0,-1 0 0,0 0 16,1 10-16,-11-10 0,20 0 0,-10 0 0,1 10 0,9-10 0,-10 0 0,1 0 15,-1 0-15,0 0 0,1 0 0,9 0 0,-20 0 0,1 0 0,9 0 16,0 0-16,0 0 0,-9 0 0,-1 0 0,1-10 0,9 10 0,-20-10 0,21 10 16,-11-10-16,1 10 0,9-10 0,-20 10 0,11 0 0,-11 0 0,11-10 0,-11 0 15,20 10-15,-29 0 0,29-10 0,-19 1 0,9 9 0,-19 0 0,19 0 0,-19-10 16,19 0-16,0 10 0,-19 0 0,19 0 0,-9-10 0,9 0 0,-19 10 16,-11 0-16,21-10 0,9 10 0,-9-10 0,-1 10 0,1 0 0,9 0 0,-19 0 15,19 0-15,-20 0 0,1 0 0,19 0 0,-19 0 0,19 0 0,-19 0 0,9 0 16,1 0-16,-1 0 0,11 0 0,-21 0 0,21 0 0,-11 0 0,10 0 0,-19 0 15,0 0-15,19 0 0,0 0 0,-9 0 0,9 0 0,-19 0 0,19 0 0,-9 0 16,19 0-16,-10 0 0,-9 0 0,9 0 0,10 0 0,-19 0 0,19 0 0,-29 0 16,29 0-16,0 0 0,-9 0 0,-1 0 0,1 0 0,19 0 0,-20-10 15,20 10-15,-29-10 0,29 10 0,-10 0 0,-9 0 0,19 0 0,-10 0 0,-9-10 16,19 0-16,0 10 0,-9 0 0,-1 0 0,0 0 0,10 0 0,1 0 0,-1 0 16,0 0-16,0-10 0,11 10 0,-11 0 0,0 0 0,-10 0 0,11 0 0,9 0 15,-10 0-15,0 0 0,0 0 0,1 0 0,9 0 0,-10 0 0,0 0 0,1 0 16,-1 0-16,0 0 0,0 0 0,10 0 0,-9 0 0,-1 0 0,10 0 15,-10 0-15,-9 0 0,9 0 0,0 0 0,0 0 0,0 0 0,1 0 0,-1 0 16,0 0-16,0 0 0,1 0 0,-1 0 0,-10 0 0,10 0 0,11 0 0,-11 10 16,0 0-16,10-10 0,-10 0 0,1 0 0,-1 10 0,-10-10 0,10 0 0,1 20 15,-1-20-15,0 0 0,10 0 0,-9 10 0,-1-10 0,10 10 0,-10 0 0,0-10 16,1 0-16,9 0 0,-10 10 0,0 0 0,1-10 0,19 10 0,-20-10 0,10 0 16,-10 9-16,0-9 0,11 10 0,-11-10 0,10 10 0,-10-10 0,10 0 15,-9 0-15,9 0 0,-10 10 0,0-10 0,10 0 0,1 0 0,-21 10 0,20-10 16,-10 0-16,1 0 0,9 0 0,-10 0 0,0 0 0,10 0 0,-9 0 0,-1 0 15,10 0-15,-10 0 0,10 0 0,-9 0 0,9 0 0,-10 0 0,10 0 0,0 0 16,10 0-16,0 0 0,-9 0 0,9 0 0,0 0 0,-10 0 16,10 0-16,0 0 15,0 0-15,0 0 0,0 0 16,0 0-16,0 0 0,0 0 16,1 0-16,-1 0 15,0 0 1,0 0-16,0 10 0,10 0 0,-10-10 15,0 0-15,0 0 0,0 0 0,-10 0 0,10 10 0,0-10 16,-9 0-16,9 0 0,-10 0 0,0 0 0,0 0 0,0 0 0,1 0 0,-1 0 16,0 0-16,10 0 0,-10 10 0,-10-10 0,10 0 0,-9 0 0,9 0 0,10 10 15,-10 0-15,10-10 0,-10 0 0,10 0 0,-9 10 0,-1-10 0,10 0 0,0 0 16,-10 0-16,10 10 0,0-10 0,0 9 0,-20-9 0,21 0 16,-1 0-16,0 10 0,-10-10 0,10 0 0,0 0 0,10 10 15,-10-10-15,0 0 0,0 0 0,0 0 0,0 10 0,1-10 16,-1 0-16,-10 0 0,10 0 0,0 0 15,-10 0-15,10 0 0,-10 0 0,0 0 0,11 0 16,-21 0-16,20 0 0,-10 0 0,0-10 0,0 10 0,10 0 0,-19 0 0,9-10 16,-10 0-16,20 10 0,-30-9 0,30 9 0,-9 0 0,-1 0 0,0 0 15,-10-10-15,20 10 0,-20-10 0,11 10 0,-11 0 0,20 0 0,-10 0 0,-10 0 16,10 0-16,1 0 0,-1 0 0,0 0 0,10 0 0,-20 0 0,10 0 0,1 0 16,9 0-16,0 0 0,-10 0 0,0 0 0,10 0 0,0 0 0,-10 0 15,10 0-15,1 0 0,-1 0 0,0 0 0,0 0 0,0 0 0,-10 10 0,0-10 16,10 10-16,0-10 0,0 0 0,-9 0 0,9 0 15,0 9-15,0-9 0,0 0 0,0 0 0,0 10 0,0-10 16,0 0-16,0 0 0,0 0 0,-10 0 0,11 0 16,-11 0-16,10 0 0,0 0 0,0 0 0,0 0 0,0 0 0,-10 0 15,10 0-15,0 0 0,1 0 0,-11 0 0,10 0 0,0 0 0,-10 0 0,0 0 16,10 0-16,0 0 0,0 0 0,0 0 0,1 0 0,-11 0 0,10 0 16,0 0-16,0 0 0,0 0 0,0 0 0,0 0 15,0 0-15,0 0 0,10-10 31,0 1-15,0-1 0,0 0-16,0 0 0,0 0 15,0 0 1,0 0 0</inkml:trace>
  <inkml:trace contextRef="#ctx0" brushRef="#br0" timeOffset="14065.82">3889 11817 0,'0'-10'16,"10"10"-16,0 0 0,0 0 15,0 0-15,0 0 0,0 0 0,0 0 0,10 0 16,-10 0-16,0 0 0,-1 0 0,1 0 0,0 0 15,0 0-15,0 0 0,0 0 0,0 0 0,0 0 0,0 0 0,0 0 16,0 0-16,10 0 0,-11 0 0,1 0 0,0 0 16,0 0-16,0 0 0,0 0 0,0 0 0,0 0 15,0 0-15,0 0 0,0 0 0,0 0 0,9 0 0,-9 0 16,0 0-16,0 0 0,10 0 0,0 0 0,-10 0 0,29 0 16,-19 0-16,0 0 0,0 0 0,0 0 0,0 0 0,0 0 0,-1-10 0,1 10 15,10 0-15,0 0 0,0 0 0,-11 0 0,1 0 0,0 0 16,10 0-16,-20 0 0,19 0 0,-9 0 0,10 0 0,-10 0 0,10 0 0,-20 0 0,9 0 15,1 0-15,-10 0 0,10 0 0,0 0 0,0 0 0,0 0 0,-10 0 16,-1 0-16,11 0 0,-10 0 0,0 0 0,0 0 16,0 0-16,0 0 0,0 0 0,0 0 15</inkml:trace>
  <inkml:trace contextRef="#ctx0" brushRef="#br0" timeOffset="14801.48">6886 12075 0,'10'0'0,"-20"0"0,30 0 15,-10 0 16,-1 0-15,1 0-16,0 0 0,0 0 16,0 0-16,0 0 0,0 0 0,0 0 0,0 0 15,0 0-15,0 0 0,10 0 0,-11 0 0,1 0 0,0 0 0,10 0 0,-10 0 16,0 0-16,10 0 0,0 0 0,-10 0 0,0 0 0,-1 0 0,21 0 16,-20 0-16,0 0 0,0 0 0,20 0 0,-20 0 0,0 0 0,-1 0 0,11 0 15,0 0-15,-10 0 0,0 0 0,10 0 0,-10 0 0,0 0 0,0 0 0,0 0 16,-1 0-16,1 0 0,0 10 0,0-10 0,0 0 0,0 10 15,0-10-15,0 0 0,0 0 0,0 0 0,0 0 16,10 0-16,-20 10 0,19-10 0,-9 0 16,0 0-16,0 0 0,0 10 0,0-10 0,0 10 0,0-10 0,0 0 0,0 0 15,10 19-15,-11-19 0,1 0 0,10 0 0,-20 10 0,10 0 0,0-10 0,0 0 16,0 0-16</inkml:trace>
  <inkml:trace contextRef="#ctx0" brushRef="#br0" timeOffset="15688.4">5824 12710 0,'0'-10'31,"0"0"-31,0 0 16,10 10-16,0 0 15,0 0-15,0 0 0,0 0 0,0 0 16,0 0-16,0 0 0,-1 0 0,1 0 0,0 0 0,0 10 15,10-10-15,-20 10 0,10-10 0,0 0 0,0 0 0,10 10 0,-10-10 0,9 0 16,-9 0-16,0 0 0,0 0 0,10 10 0,-10-10 0,10 10 0,0-10 16,-10 0-16,9 0 0,-9 0 0,0 0 0,10 0 0,-10 0 0,10 0 15,-10 0-15,20 0 0,-11 0 0,-9 0 0,0 0 0,10 0 0,0 0 0,0 0 16,-10 0-16,19 0 0,-19 0 0,10 0 0,0 0 0,0 0 0,0 0 0,-10 0 16,19 0-16,-19-10 0,0 10 0,10 0 0,0 0 0,10 0 0,-20-10 0,0 10 15,9-10-15,11 10 0,-10 0 0,-10 0 0,0 0 0,20 0 0,-20-10 16,9 10-16,-9 0 0,10 0 0,-10-10 0,0 10 0,10 0 0,-10 0 0,0 0 15,10-10-15,-11 10 0,-9-10 0,10 10 0,0 0 0,0 0 16,0-10-16,0 10 0,0 0 31</inkml:trace>
  <inkml:trace contextRef="#ctx0" brushRef="#br0" timeOffset="21170.75">11986 11192 0,'10'0'16,"-1"10"-1,-9 0-15,0 0 0,0 0 16,10-10-16,-10 19 0,0-9 0,10-10 0,0 10 0,-10 0 0,0 0 16,10-10-16,-10 10 0,0 0 0,10 0 0,0 10 0,0-10 15,0 0-15,-10-1 0,20 1 0,-20 10 0,10 0 0,0 0 0,-1 0 16,11 0-16,-20-1 0,20 11 0,-10-20 0,-10 20 0,10-10 0,10 0 0,-10-1 0,0 11 15,0-10-15,-10-10 0,19 0 0,-19 20 0,10-10 0,10-11 0,-10 31 16,0-30-16,-10 10 0,10-10 0,10 0 0,-20 0 0,10 9 16,0-9-16,-10 0 0,10 0 0,-10 0 0,19 0 0,-9 0 0,0 0 15,0 0-15,-10 0 0,10-10 0,10 20 0,-10-20 0,0 10 16,10-1-16,-10-9 0,-1 10 0,1-10 0,0 10 0,10 0 0,-10-10 16,0 0-16,10 10 0,10 0 0,-20-10 0,9 10 0,1-10 0,0 0 0,10 0 15,-20 0-15,10 0 0,-1 0 0,1 0 0,0 0 0,10 0 0,0 0 16,-10 0-16,-1 0 0,11 0 0,-20 0 0,30 0 0,-30 0 0,19 0 0,1 0 15,-10 0-15,10 0 0,-10 0 0,-1 0 0,11 0 0,0 0 0,-10 0 0,0 0 0,0 0 16,9 0-16,-9 0 0,10 0 0,-10 0 0,0 0 0,-1 0 0,1 0 16,-10 0-16,20 0 0,-20 0 0,0 0 0,10 0 0,0 0 0,-1-10 0,-9 10 15,0 0-15,10-20 0,-10 20 0,10-10 0,-10 0 0,0 0 0,-10 1 0,19 9 16,-9-10-16,0-10 0,0 0 0,0 10 0,-10 0 0,30-30 16,-20 21-16,0 9 0,0 0 15,0 10-15,-10-10 0,10 10 16,-10-10-16,9 0 0,1 10 15,0 0-15,0 0 16,-10-10-16,0 0 31,0-10-31,0 10 16,-10 10-16,10-19 0,-10 19 0,10-10 0,-10 10 0,10-10 0,0 0 0,-9-10 16,-1 10-16,10 0 0,0 0 0,-10 0 0,10 0 15,0-10-15,-10 20 0,0-9 0,10-1 0,0 0 16,0-10-16,0 10 0,-10 0 0,10 0 0,0 0 0,0 0 0,-10-10 0,10 10 15,0 1-15,0-11 0,-10 10 0,0 0 0,10-10 0,0 10 0,0 0 0,-10 0 16,0 10-16,10-20 0,0 10 0,-10 1 0,10-1 0,-10 0 0,10 0 0,-19 0 16,19 0-16,-10 0 0,10 0 0,-10-10 0,0 10 0,0 0 0,0 0 0,0-9 15,0-1-15,0 10 0,0-10 0,-9 10 0,9 0 0,-10-10 0,10 0 16,-10 11-16,10-11 0,-10 10 0,10 0 0,-10 10 0,1-20 0,9 10 0,-10 10 16,10-10-16,0 0 0,-20 10 0,20 0 0,0-10 0,0 0 0,1 10 0,-1 0 15,0 0-15,0 0 0,0 0 0,0 0 0,0 0 0,0 0 16,0 0-16,0 0 0,0 0 0,0 0 0,10 10 0,-10-10 15,10 10-15,-9-10 0,-1 0 0,0 10 0,0-10 0,10 10 0,-20 0 0,10-10 16,0 0-16,-10 10 0,10 0 0,0-10 0,-9 0 0,-1 10 0,10-10 0,0 0 16,-20 10-16,10-10 0,0 10 0,1-10 0,-11 0 0,20 0 0,-20 0 15,0 0-15,1 0 0,9 0 0,-10 0 0,0 0 0,-9 0 0,9 0 0,0 0 16,-30 0-16,31 0 0,-1-10 0,-10 0 0,1 10 0,9-10 0,-20 0 0,1 10 16,19-10-16,0 0 0,0 10 0,1-10 0,-1 10 0,0 0 0,0 0 0,20 0 15,-19 0-15,19 0 0,0 0 0,0 0 0,0 0 0,0 10 0,10 0 0,0 10 16,0-10-16,0 10 0,0-1 0,0-9 0,0 10 0,0-10 15,0 20-15,0-20 0,0 10 0,10 0 0,10 9 0,-10-9 0,9 0 0,-9 0 16,20 20-16,-20-31 0,10 21 0,-10 0 0,10-10 0,0 0 0,-1 0 0,-9-1 16,20 11-16,-30-20 0,30 20 0,-20-20 0,0 10 0,-10-10 0,20-10 0,-11 9 15,-9 1-15,20 0 0,-20 0 0,10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448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117.5853" units="1/cm"/>
          <inkml:channelProperty channel="Y" name="resolution" value="67.28972" units="1/cm"/>
          <inkml:channelProperty channel="T" name="resolution" value="1" units="1/dev"/>
        </inkml:channelProperties>
      </inkml:inkSource>
      <inkml:timestamp xml:id="ts0" timeString="2026-03-16T17:33:33.32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19526 11380 0,'10'0'31,"0"0"-31,-10 10 0,10-10 0,0 10 0,0-10 16,0 10-16,0 0 0,-10 0 0,10-10 0,0 10 16,9 10-16,-9-20 0,-10 10 0,10-10 0,-10 10 0,10 0 15,0-10-15,-10 9 0,10-9 0,10 20 0,-20-10 0,10 0 0,10 0 16,-20 0-16,10-10 0,19 40 0,-29-30 0,0 0 16,10-10-16,0 19 0,0-9 0,0 0 0,0-10 0,0 20 15,0-10-15,0 0 0,-10 0 0,10 0 0,0 0 0,-1 0 0,1 0 0,0-1 16,0-9-16,-10 20 0,20-20 0,-10 20 0,-10-10 0,10 10 0,10-20 0,0 20 15,-11 0-15,1-20 0,10 19 0,0-9 0,-20 0 0,10 0 16,0-10-16,10 20 0,-10-20 0,0 20 0,0-20 0,-1 10 0,-9 0 0,20-10 16,-20 20-16,20-1 0,-10-9 0,0-10 0,-10 10 0,10 0 0,-10 0 15,10-10-15,-10 10 0,10 0 0,-10 0 0,10-10 0,-10 10 0,0 0 16,10-10-16,-10 20 0,10-11 0,-1 1 0,-9 0 0,0 0 16,10-10-16,-10 20 0,0-10 0,10 10 0,-10-10 0,10 10 0,-10-10 15,0-1-15,10 1 0,0 0 0,-10 0 0,0 0 0,0 0 16,10 0-16,-10 0 0,0 0 0,0 0 0,10 0 0,0 0 0,-10-1 0,0 11 15,0-10-15,10-10 0,-10 20 0,10-10 0,-10 0 0,0 0 0,20 10 16,-20 0-16,9-20 0,-9 9 0,10 1 0,0 0 0,0 10 16,-10-10-16,10-10 0,-10 20 0,10-20 0,0 10 0,0 0 0,0 0 15,-10 0-15,20 0 0,-20-1 0,10-9 0,-10 20 0,10-20 0,-1 10 0,1-10 16,-10 20-16,10-20 0,-10 10 0,10 0 0,-10 0 0,20 0 0,-20 0 0,10 0 16,-10 0-16,10-1 0,0 1 0,-10 0 0,10 0 15,0 0-15,-10 0 0,10-10 16,0 0 15,-1 0-15,1 0-16,0 0 0,0 0 0,-10-10 0,20 10 0,-10-10 0,0 0 15,0 10-15,0 0 0,10-10 0,-1 10 0,-9-10 0,10 1 0,0 9 16,0 0-16,-10-10 0,10 10 0,-1-10 0,-9 10 0,20 0 0,-10 0 0,-10-10 16,10 10-16,-10-10 0,0 10 0,9 0 0,1 0 0,-10 0 0,10 0 0,-10 0 15,10 0-15,-10 0 0,0 0 0,10 0 0,-11 0 0,1 0 0,0 0 0,0 0 0,0 0 16,10 0-16,-10 0 0,0 0 0,0-10 0,0 10 0,9 0 15,-9 0-15,0 0 0,0 0 0,10-10 0,-10 10 0,0 0 0,0 0 0,0 0 16,10 0-16,-1 0 0,-9 0 0,0-10 0,10 10 0,0-10 0,0 10 0,-10 0 16,10 0-16,-1 0 0,11 0 0,-20 0 0,10 0 0,10 0 0,-10 0 15,-1 0-15,11 0 0,0-10 0,0 10 0,-10 0 0,9 0 0,1 0 0,-10 0 16,10 0-16,0 0 0,9 0 0,-9 0 0,-10 0 0,10 0 0,-1 0 0,1 0 16,0 0-16,-10-10 0,19 10 0,-19 0 0,10 0 0,0 0 0,-20 0 0,19 0 15,1 0-15,0 0 0,-20 0 0,20 0 0,-10 0 0,-11 0 0,11 0 0,-10 0 16,10 0-16,-10 0 0,10 0 0,-10 0 0,0 0 0,0 0 15,9 0-15,-9 0 0,10 0 0,-10 0 0,0 0 16,0 0-16,0 0 0,0 0 0,0 0 0,0 0 0,0 0 16,-1 0-16,1 0 0,10 10 0,-10 0 0,0-10 0,0 0 15,0 0-15,0 10 0,0-10 0,0 0 0,0 0 0,0 0 0,-1 10 0,1-10 16,10 10-16,-10-10 0,0 0 0,0 0 0,0 0 16,10 0-16,-10 0 0,0 0 0,0 0 0,-1 0 15,1 0-15,0 0 16,0 0-1,0 0 1,0 0-16,0 0 0,10 0 16,-10 0-16,0 0 15,0 0-15,0 0 0,-1 0 16,1 0-16,0 0 16,0 0 46,0 0-31,0 0-15,-10-10-16,0 0 0,0 0 16,10 0-16,-10 0 0,0 0 0,0 0 15,10 10-15,-10-19 0,10 9 0,-10-10 0,0 10 16,10 0-16,-10 0 0,0 0 0,10 0 0,-10 0 0,20 0 0,-20 0 15,9 1-15,1-1 0,0 0 0,-10 0 0,10 0 0,0 10 0,10-20 16,0 10-16,-10-10 0,0 10 0,0 0 0,9 0 0,-9 1 0,10-1 16,-10 0-16,10 0 0,0-10 0,-10 20 0,10-20 0,-11 20 0,11-20 15,0 10-15,0-9 0,-10 9 0,10-10 0,-10 10 0,0 0 0,19 10 0,-19-30 16,10 20-16,0-10 0,-10 10 0,10 1 0,-10-11 0,10 10 0,-11 0 0,1 0 16,0-10-16,0 10 0,10-10 0,-10 0 0,10 11 0,-20-11 0,10 0 0,0 0 15,0 10-15,-1-20 0,1 20 0,0 0 0,0-9 0,0 9 0,-10 0 0,10-10 16,0 10-16,-10-10 0,10 10 0,0 0 0,0 0 0,0 1 15,0-1-15,-10 0 0,10 10 0,-1-10 0,1 10 16,0 0-16,0 0 0,0 0 0,-10-10 16,10 10-16,0 0 0,-20 0 78,0 10-31,10 0-47,0 0 15,0 0-15,0-1 16,0 1-16,0 0 16,0 0-1,-10-10-15,10 10 16,-10-10-1,10 10-15,-10-10 16,10 10-16</inkml:trace>
  <inkml:trace contextRef="#ctx0" brushRef="#br0" timeOffset="121392.17">17562 8394 0,'-10'0'188,"0"0"-173,0 0-15,0 0 16,0 0-1,0 0-15,0 0 0,0 0 0,0 0 16,0 0-16,-9 10 0,19 0 0,10-10 78,-1 0-62,-9-10-1,0 0 1,0 0 0,0 0-1</inkml:trace>
  <inkml:trace contextRef="#ctx0" brushRef="#br0" timeOffset="124984.23">17433 8384 0,'0'10'78,"0"0"-78,-10 0 16,0-10-16,0 0 0,0 10 0,-10-10 0,10 0 16,0 0-16,0 10 0,-9-10 0,9 0 0,-10 0 0,10 0 15,0 0-15,-10 0 0,0 0 0,10 0 0,0 0 0,-9 0 0,-1 0 0,10 10 16,-10-10-16,10 0 0,-20 0 0,10 9 0,11-9 0,-11 0 0,0 0 16,0 0-16,0 0 0,-10 0 0,11 0 0,-1 0 0,0 10 0,0-10 0,-10 10 15,1-10-15,9 0 0,-10 0 0,10 10 0,-10 0 0,10 0 0,-9-10 0,-1 0 16,0 10-16,0 0 0,1 10 0,-1-20 0,0 10 0,0 0 0,1-1 0,-1 1 15,0-10-15,-20 10 0,21 0 0,-11 0 0,10 0 0,-19-10 0,19 20 16,-20-20-16,1 10 0,19 0 0,-20-10 0,11 0 0,-11 20 0,10-20 0,-9 0 16,9 0-16,-20 0 0,1 0 0,19 10 0,-9-10 0,-11 0 0,-29 0 15,29 0-15,11 0 0,9 0 0,-30 0 0,31 0 0,-21 0 0,11 0 0,-1 0 16,20 0-16,-39 9 0,39-9 0,-20 10 0,-59-10 0,70 0 0,-11 10 16,20-10-16,-9 0 0,-1 0 0,-20 10 0,31-10 0,-11 0 0,-10 0 0,21 0 15,-11 0-15,-10 0 0,20 10 0,-9-10 0,-1 0 0,0 0 0,1 0 0,-1 0 16,-20 0-16,31 10 0,-21-10 0,10 0 0,11 0 0,-21 0 0,0 0 15,11 0-15,-11 0 0,-9 0 0,19 0 0,-10 0 0,1 10 0,9-10 0,-10 10 16,11-10-16,-21 0 0,20 10 0,1-10 0,-21 10 0,21-10 0,-21 10 0,30 0 16,-19 0-16,19-10 0,-20 0 0,11 9 0,-1-9 0,-10 0 0,11 20 0,-11-20 15,20 0-15,-9 0 0,-1 10 0,0-10 0,-9 10 0,9-10 0,0 0 0,-9 0 16,-1 0-16,10 0 0,-9 0 0,9 0 0,0 0 0,-19 0 0,19 0 16,0 0-16,-29 0 0,19 0 0,11 0 0,-1 0 0,10 0 0,-29 0 0,19 0 15,-10 0-15,11 0 0,-1 0 0,-20 0 0,11 0 0,9 0 0,10 0 0,-9 0 16,-1 0-16,-10 0 0,11 10 0,9-10 0,-20 0 0,21 0 0,-11 10 0,0 0 15,1 0-15,9-10 0,-10 0 0,10 10 0,-9-10 0,9 0 0,0 10 0,-10-10 16,11 10-16,-1-10 0,0 0 0,-10 10 0,11-10 0,9 0 0,-10 0 0,0 0 16,1 0-16,9 0 0,-10 0 0,-10 0 0,10 0 0,11 0 0,-11 0 15,0 0-15,0 0 0,1 0 0,9 0 0,-10 0 0,-10 0 0,10 0 0,11 0 16,-11 0-16,0 0 0,0 0 0,1 0 0,-1 0 0,0 0 0,0 0 0,1 0 16,-1 0-16,10 0 0,-10 0 0,0 0 0,1 0 0,-11 0 0,10 0 0,0 0 15,11 0-15,-11 0 0,0 0 0,10 0 0,-10 0 0,1 0 0,-1 0 16,10 0-16,-10 9 0,10-9 0,-29 10 0,19-10 0,10 0 0,-10 0 15,1 10-15,9 0 0,-10-10 0,0 0 0,20 0 0,-19 0 0,19 0 0,-20 10 16,10-10-16,-10 0 0,20 10 0,-19-10 0,9 0 0,-10 0 0,10 0 0,0 0 16,0 10-16,11-10 0,-11 0 0,-10 0 0,0 10 0,20-10 0,-10 0 0,-9 10 15,19-10-15,-20 0 0,10 0 0,-10 0 0,11 0 0,-1 0 0,-10 0 0,10 0 16,0 0-16,-19 0 0,29 0 0,-20 0 0,0 10 0,0-10 16,10 0-16,-9 0 0,-1 0 0,20 10 0,-30-10 0,30 0 0,-19 0 0,-1 10 0,10-10 15,0 0-15,0 0 0,-9 10 0,9-1 0,0-9 0,0 0 0,-10 10 0,10-10 16,11 0-16,-21 0 0,10 10 0,-10 0 0,10-10 0,0 0 0,1 0 0,-1 10 15,0-10-15,-10 10 0,10 0 0,10-10 0,-9 0 0,-11 0 0,10 0 0,0 0 16,0 0-16,0 10 0,10-10 0,-19 0 0,-1 10 0,20-10 0,-10 0 16,0 0-16,0 0 0,1 0 0,-11 0 0,10 0 0,0 0 0,0 0 0,10 0 15,-19 0-15,9 0 0,-10 0 0,10 0 0,-10 0 0,11 0 0,-1 10 0,0-10 16,0 0-16,0 0 0,-10 0 0,11 0 0,9 0 0,-10 0 0,0 0 0,0 0 16,10 10-16,-10-10 0,10 0 0,-9 0 0,-1 10 0,10-10 0,0 0 15,-10 0-15,10 0 0,-10 0 0,10 0 0,-9 0 0,9 0 0,0 0 0,-10 0 0,10 0 16,0 0-16,0 0 0,-10 0 0,10 0 0,0 10 0,-9-10 0,9 0 15,0 0-15,0 0 0,-20 0 0,20 0 0,-10 0 0,10 0 0,0 0 16,-9 9-16,9-9 0,0 0 0,0 0 0,-10 0 0,0 0 0,10 0 16,0 0-16,0 0 0,-9 0 0,9 0 0,-10 0 0,10 0 0,0 0 15,0 0-15,0 0 0,0 0 0,0 0 0,0 0 16,0 0-16,0 0 0,1 0 0,-1 0 16,20 0 93,-1 0-93,-9 10 62,10-10-78,-10 10 0,10-10 15,0 10-15,0-10 0,0 0 0,-10 10 16,10-10-16,10 0 0,0 0 0,-10 0 16,0 0-16,-1 0 0,1 0 0,0 0 0,0 0 0,10 0 15,-10 0-15,0 0 0,0 0 0,0 0 16,0 0-16,-10-10 78,20 10-62,-20 10-16,-10-10 218,0 0-202,0 0-16,0-10 16,0 10-16,0 0 0,0 0 0,-10 0 0,10 0 0,-19 0 0,19 0 0,-10 0 15,10 0-15,-10 0 0,10 0 0,-10 0 0,0 0 0,10-10 0,-19 10 0,19 0 16,-10-10-16,0 0 0,10 10 0,-10-9 0,10 9 0,-9-10 0,-1 0 15,0 10-15,10-10 0,-10 10 0,20-10 0,-20 10 0,10-10 0,0 10 0,1 0 16,-1 0-16,0 0 0,0 0 0,10-10 0,-20 10 0,10 0 16,0 0-16,0 0 0,0 0 0,0 0 15,0 0-15,0 0 16,1 0 31,-1 0-16,0 0-31,0 0 0,0 0 0,0 0 16,0 0-16,0 0 0,0 10 15,-10-10-15,10 0 0,0 0 0,1 0 0,9 10 0,-20 0 16,10-10-16,-10 0 0,10 0 0,0 10 0,0-10 0,-10 10 16,10-10-16,0 0 0,1 0 0,-11 10 0,10-10 0,0 0 0,0 0 15,0 0-15,0 9 0,0-9 0,0 0 0,0 10 0,0-10 0,-9 0 16,9 0-16,0 0 0,0 0 0,0 0 0,10 10 0,-10-10 15,-10 0-15,10 0 0,0 0 0,0 0 0,0 0 0,1 0 16,-1 0-16,0 0 0,0 0 0,0 0 0,0 0 0,0 0 0,0 0 16,0 0-16,10 10 0,-10-10 0,0 0 0,0 0 0,0 0 0,1 0 15,-1 0-15,0 0 0,0 0 0,0 0 0,0 10 0,0-10 0,0 0 16,0 10-16,0-10 0,-10 0 0,1 0 0,9 0 16,10 10-16,-10 0 0,0-10 0,0 0 0,0 0 0,0 0 0,0 0 0,0 10 15,0-10-15,0 0 0,0 0 0,0 0 0,1 10 0,-1-10 0,-10 0 0,10 0 16,0 0-16,-10 10 0,10-10 0,0 0 0,-10 0 0,1 0 0,9 0 0,0 0 15,0 0-15,0 0 0,0 10 0,-10-10 0,10 0 0,0 0 0,-10 0 0,11 0 16,-11 0-16,0 0 0,10 0 0,0 0 0,0 0 16,0 0-16,0 0 0,0 0 0,0 0 0,0 0 0,1 0 0,-1 0 15,0 9-15,0-9 0,0 0 0,0 0 0,0 0 16,0 0-16,0 0 0,10 10 0,-10-10 16,0 0-16,0 0 0,0 0 0,1 0 15,-1 0-15,0 0 0,0 0 0,0 0 0,0 0 16,0 0-16,0 0 0,0 10 0,-10-10 15,10 0-15,0 0 0,1 0 16,-1 0-16,0 0 0,10-10 78,0 0-62,10 10-1,-10-9-15,10 9 0,-1 0 0,-9-10 16,20 10-16,-10 0 0,0 0 0,0-10 0,0 0 0,10 10 16,-10 0-16,0-10 0,10 10 0,-11-10 0,1 10 0,10 0 0,0 0 0,-10 0 15,0-10-15,10 10 0,-10-10 0,0 10 0,9 0 0,-9-10 0,0 10 0,10-10 16,-10 10-16,0 0 0,0-10 0,0 10 0,0 0 0,0-10 0,0 1 0,0 9 16,-1 0-16,1-10 0,0 0 0,0 10 0,0 0 15,-10-10-15,10 10 0,-10-10 0,10 10 16,-10-10-16,10 10 0,-10 10 47,0 0-32,-10-10-15,10 10 0,-10 0 0,0-10 0,0 10 0,-10-1 16,10 1-16,1-10 0,-1 0 0,0 10 0,0-10 0,-10 10 0,10-10 16,-10 10-16,10-10 0,0 10 0,0-10 0,0 0 0,-9 10 0,-1 0 15,10-10-15,0 0 0,0 0 0,-10 10 0,10-10 0,0 0 0,0 0 16,0 10-16,1-10 0,-1 0 0,0 0 0,0 10 0,0 0 15,0-10-15,10 9 0,-10-9 16,10 10-16,-10-10 0,10 10 0,0 0 16,0 0-16,-10-10 0,10 10 15,-20-10-15,20 10 0,-10-10 16,0 0-16,1 0 0,9 10 0,-10-10 16,0 0-16,0 0 0,10 10 0,-10-10 0,0 0 0,0 0 15,0 0-15,0 0 0,0 0 0,0 0 16,0 0-16,1 0 0,-1 0 140,10 10-124,0 0 0,0 0-16,10-10 15,-10 10-15,9-10 0,11 0 0,-10 0 0,10 0 0,-10 9 16,0-9-16,0 0 0,0 0 0,0 0 0,0 0 0,9 0 0,-9 0 16,0 0-16,0 0 0,10 0 0,-10 0 0,0 0 0,0 0 0,10 0 0,-10 0 15,-1 0-15,11 0 0,-10 0 0,10 0 0,-10 0 0,0 0 0,10 0 16,-10 0-16,0 0 0,0 0 0,-1 0 0,1 0 15,0 0-15,0 0 0,0 0 0,0 0 0,0 0 16,0 0-16,0 0 0,0 0 0,0 0 16,0 0-1,0 0 32,-1 0-31,-18 0 374,-1 0-390,10 10 16,-10-10-16</inkml:trace>
  <inkml:trace contextRef="#ctx0" brushRef="#br0" timeOffset="125896.68">4723 9198 0,'-10'0'0,"0"0"15,10 10-15,-20-10 0,10 0 16,0 0-16,0 0 16,10 9-16,-10-9 0,10 10 0,-9-10 15,9 10-15,-10-10 16,10 10-16,-10-10 0,10 10 0,-10-10 0,10 10 0,-10-10 15,10 10-15,-10-10 0,10 10 0,-10-10 0,0 0 0,0 10 16,0-10-16,10 10 0,-10-10 0,0 0 0,0 0 0,1 20 0,-11-20 16,10 0-16,0 9 0,0-9 0,-10 0 0,20 10 0,-10 0 0,0-10 15,0 0-15,0 0 0,10 10 0,-10-10 0,1 0 0,-1 10 16,0-10-16,0 10 0,0-10 0,0 10 0,0-10 0,10 10 16,-10-10-16,0 10 15,10 0-15,-10-10 16,10 10-16,-10-10 0,10 10 15,-10-10-15,0 0 0,10 10 16,-9-10-16,-1 0 0,0 0 16,0 9-16,0-9 15,10 10 17,10-10 14,10 0-46,-10 0 16,-1 0-16,1 0 0,0 0 16,0 0-16,0 0 0,0 0 0,0 0 0,0 0 0,0 0 0,0 0 15,0 0-15,0 0 0,0 0 0,-1 0 0,1 0 0,10 0 0,-10 0 0,0 0 16,0 0-16,0 0 0,0 0 0,10 0 0,-10 0 0,0 0 0,-1 0 0,1 0 16,0 0-16,0 0 0,0 0 15,0 0-15,0 0 16,-10 10 46</inkml:trace>
  <inkml:trace contextRef="#ctx0" brushRef="#br0" timeOffset="134691.35">12224 7650 0,'10'0'32,"0"10"-32,0 0 0,-10 0 0,19-1 0,-19 11 15,10-10-15,0 0 0,0 10 0,0-10 0,0 10 0,10-10 0,-10 10 0,10-1 16,-11 1-16,21 20 0,-20-20 0,30 19 15,-20-9-15,0-10 0,-1 0 0,11 20 0,-20-21 0,20 11 0,-10 0 0,9 0 0,1-1 16,0 1-16,10 10 0,-11-10 0,11 9 0,-10 1 0,10-10 0,-1 10 0,-9-11 16,10 1-16,-1 10 0,1 9 0,0-29 0,9 30 0,-19-20 0,20 9 0,-11-9 15,-9 20-15,20-11 0,-10-19 0,-11 20 0,21 0 0,-10-1 0,9-9 16,-19 10-16,20-1 0,-11-9 0,-9 0 0,0 10 0,0-21 0,9 21 0,-19-30 16,20 30-16,-10-11 0,-1-9 0,1 0 0,20 30 0,-11-30 0,-19-10 15,10 9-15,-10-9 0,10 10 0,-1-10 0,-9 10 0,-10-10 0,50 20 16,-40-20-16,-11-1 0,21 1 0,-10 0 0,0 10 0,0-20 0,0 10 0,-1-10 15,-9 10-15,10-10 0,-10 10 0,0 0 0,10-10 0,-10 0 0,0 10 16,0-10-16,0 0 0,-1 0 0,1 0 16,0 0-1,0 0 1,0 0 0</inkml:trace>
  <inkml:trace contextRef="#ctx0" brushRef="#br0" timeOffset="135490.04">15647 7670 0,'-30'99'31,"20"-79"-31,0-10 0,0 0 0,0 9 0,0 1 0,10-10 16,-19 20-16,9-20 0,-10 10 0,0 9 0,0-19 0,0 10 0,0 20 0,-9-30 15,9 10-15,-10-1 0,-10 11 0,11-10 0,-1 0 0,-20 10 0,20-10 0,-29 9 16,9-19-16,1 20 0,-1-10 0,0 10 0,-9-11 0,-1 11 0,1 0 0,9-10 15,-9 10-15,-11-1 0,-9 1 0,29 0 0,-29 0 0,29-1 0,-29 1 16,19 10-16,1-10 0,9-1 0,-39 11 0,29-10 0,1 0 0,-1 9 0,21-19 0,-21 20 16,1-10-16,9-1 0,0-9 0,11 20 0,-21 0 0,21-11 0,-1-9 15,0 10-15,10 0 0,-9-10 0,9 9 0,-10-9 0,20 20 0,-19-20 0,19 9 16,-20 1-16,20-10 0,1-10 0,-11 30 0,20-30 0,-20 9 0,10 1 0,0 10 16,-9-10-16,19 0 0,-10 0 0,-10-1 0,20-9 0,-10 20 0,-9-20 0,9 10 15,10-10-15,-30 10 0,30-10 0,-10 9 0,0-9 0,1 0 0,-1 10 16,0 0-16,0-20 0,0 10 0,10 10 0,-10-20 0,11 10 0,-1 0 0,-20-10 15,30 9-15,-10-9 0,0 10 0,0 0 0,0-10 0,0 0 16,10 10 0,10-10 15,0 0 0,0 0-15,0 0-1,0 0 1,0 0-16,0 0 16,0 0-16,0 0 15,-1 0-15,1 0 0,0 0 32,0 0-17,-10-10-15,10 10 0,0 0 16,-10-10-16,10 10 15</inkml:trace>
  <inkml:trace contextRef="#ctx0" brushRef="#br0" timeOffset="147990.47">17145 8354 0,'10'0'94,"0"0"-79,0 0-15,0 0 16,0 0-16,0 0 0,-1 0 0,1 0 0,0 10 16,0-10-16,0 0 0,0 0 0,0 0 0,0 0 15,0 0-15,0 0 0,0 0 0,0 0 0,0 0 0,-1 0 16,11 0-16,-10 0 0,0 0 0,0 0 16,0 0-16,0 0 0,0 0 0,0 0 0,0 0 15,0 0-15,-1 0 16,1 0-16,0 0 15,0 0-15,10 10 0,-10-10 16,10 0-16,-10 10 0,0-10 0,0 0 0,0 0 16,-1 0-16,1 10 0,0-10 0,0 0 0,0 0 0,0 0 0,0 0 15,0 0-15,0 0 0,-10 10 0,10-10 0,0 0 0,0 0 16,0 0-16,-10-10 31,0 0-15,-10 10-16,0 0 0,0 0 15,0 0 1,10 10-16,0 0 16,0 0-16,-10-10 0,0 0 0,10 10 15,-10-10-15,0 0 16,0 0 0,0 0-16,0 0 0,0 0 15,1 0-15,-1 0 0,0 0 0,0 0 16,0 10-16,0-10 0,0 0 15,10 10-15,-20-1 0,10 1 0,0-10 16,0 10-16,0-10 0,10 10 0,-9-10 0,-1 0 16,10 10-16,-10-10 0,0 0 0,10 10 0,-10 0 0,0-10 0,0 10 15,0-10-15,0 10 0,0-10 0,0 0 16,10 10-16,-10 0 0,1-10 0,-1 0 0,10 10 0,-10-10 16,0 0-16,0 0 0,0 0 0,0 0 15,0 0-15,0 0 0,0 0 16</inkml:trace>
  <inkml:trace contextRef="#ctx0" brushRef="#br0" timeOffset="150647.76">4197 9495 0,'10'0'32,"-10"-10"-32,10 10 15,0 0 1,10 0-16,-11 0 15,1 0-15,0 0 0,0 0 0,0 0 16,0 0-16,0 0 0,0 0 0,0 0 16,0 0-16,0 0 0,10 0 15,-11 0-15,1 0 0,0 0 0,0 0 16,0 0-16,0 0 0,0 0 0,0 0 16,0 0-16,0 0 0,0 0 0,0 0 0,0 0 0,9 0 15,-9 0-15,0 0 0,0 0 0,0 0 0,10 0 0,-10 0 16,0 0-16,10 0 0,-10 0 0,9 0 0,1 0 0,-10 0 15,10 0-15,-10 0 0,0 0 0,0 0 0,10 0 0,-11 0 16,1 0-16,0 0 0,0 0 0,0 0 0,0 0 0,-10 10 16,10-10-16,0 0 31,0 0-15,-20 0 62,0 0-63,0 0-15,0 0 0</inkml:trace>
  <inkml:trace contextRef="#ctx0" brushRef="#br0" timeOffset="154016.94">17185 8394 0,'10'0'0,"0"0"15,-1 0-15,1 0 16,0 0-16,0 0 16,0 0-16,0 0 15,0 0 1,0 0-16,0 0 15,0 0-15,0 0 0,0 0 16,0 0-16,-1 0 16,1 0-16,0 0 0,0 0 0,0 0 15,0 0-15,0 0 0,0 0 0,0 0 16,0 0-16,0 0 0,0 0 0,-1 0 16,1 0-16,0 0 0,0 0 15,0 0-15,0 0 0,10 0 0,-20 10 16,10-10-16,0 10 0,-20-10 62,0 0-46,10 10-16,-10-10 0,10 10 16,-10-10-16,10 10 15,0-1-15,-10-9 16,10 10-16,-10-10 0,0 0 15,0 0-15,-9 0 0,9 0 16,0 0-16,0 0 0,0 0 0,0 0 0,-10 0 16,10 0-16,0 0 0,0 0 0,0 10 15,-9-10-15,9 0 0,10 10 0,-10 0 0,-10-10 16,20 10-16,0 0 16,-10-10-16,10 10 0,0 0 15,0 0 1,0 0-1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448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117.5853" units="1/cm"/>
          <inkml:channelProperty channel="Y" name="resolution" value="67.28972" units="1/cm"/>
          <inkml:channelProperty channel="T" name="resolution" value="1" units="1/dev"/>
        </inkml:channelProperties>
      </inkml:inkSource>
      <inkml:timestamp xml:id="ts0" timeString="2026-03-16T17:33:57.44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24844 5536 0,'-10'0'16,"1"0"-1,-1 0 1,0 0-16,0 0 0,0 0 15,0 0-15,0 0 0,0 0 0,0 0 16,-10 0-16,10 0 0,0 0 16,1 0-16,-1 0 0,0 0 0,0 0 0,-10 0 15,10 0-15,0 0 0,0 0 0,0 0 0,0 0 0,0 0 0,-9 0 16,9 0-16,-10-10 0,10 10 0,-10 0 0,10 0 0,-10 0 0,0 0 16,1 0-16,9 0 0,0 0 0,-20 0 0,20 0 0,-20 0 0,10 0 15,11 0-15,-11 0 0,-10 0 0,10 0 0,-10 0 0,20 0 0,-19 10 0,9-10 0,0 10 16,-10-10-16,0 0 0,11 10 0,-1 0 0,-10-10 0,20 10 0,-20-10 15,0 0-15,11 0 0,-1 0 0,0 0 0,0 10 0,0-10 0,0 0 0,1 0 0,-1 0 16,0 0-16,10 0 0,0 0 0,-10 0 0,10 0 0,0 0 0,-9 0 16,9 0-16,-10 0 0,10 0 0,-10-10 0,10 10 15,0-10-15,0 10 0,10-10 0,-20 10 0,10-10 0,1 10 0,-1 0 16,0-10-16,10 0 0,-10 10 0,0 0 0,0-19 0,0 19 0,0-10 16,0 10-16,10-10 0,-20 0 0,10 10 15,10-10-15,-10 10 0,10-10 0,-9 10 0,-1-10 0,10 0 0,-10 0 16,10 0-16,-10 10 0,10-19 0,0 9 0,-10 0 0,0 0 0,10-10 15,-10 10-15,10 0 0,0 0 0,-10-10 0,10 10 0,0 0 16,-10 1-16,0-11 0,10 10 0,0-10 0,-10 20 0,10-10 16,0 0-16,0 0 0,-10 0 0,10 0 0,-10 10 0,10-10 15,0 0-15,0 1 0,0-1 0,0 0 16,0 0-16,0 0 0,0 0 0,0 0 16,10 10-16,-10-10 0,10 10 0,-10-10 0,10 0 0,-10 0 0,10 10 0,0-10 15,0 10-15,0-19 0,0 19 0,-10-10 0,10 0 16,-10 0-16,10 10 0,-10-10 0,10 10 0,-10-10 15,10 0-15,-10 0 0,9 10 0,-9-10 16,0 0-16,10 10 0,-10-10 16,0 0-16,10 10 0,0 0 0,-10-10 0,10 10 15,-10-9-15,10 9 0,0 0 0,0 0 16,0 0-16,0-10 0,0 10 0,0 0 0,0 0 0,-1 0 16,1 0-16,0 0 0,0 0 0,0 0 15,10 0-15,-10 0 0,0 0 0,0 0 16,0 0-16,0 0 0,0 0 0,-1 0 0,1 0 15,0 0-15,0 0 0,0 0 0,10 0 0,-20 10 0,10-10 16,0 0-16,0 0 0,0 9 0,0-9 0,-1 0 0,1 0 16,0 10-16,-10 0 0,20-10 0,-10 0 0,10 0 0,-20 10 0,10-10 0,0 0 15,0 0-15,10 0 0,-11 10 0,1-10 0,0 0 0,0 10 0,0-10 16,10 0-16,-10 0 0,0 0 0,10 0 0,-20 10 0,10-10 0,9 0 0,-9 10 16,0-10-16,0 0 0,0 0 0,10 10 0,-10-10 0,0 10 0,10-10 0,-10 0 15,9 10-15,-9 0 0,0-10 0,0 0 0,0 0 0,0 0 0,0 10 16,0-10-16,0 0 0,10 0 0,-20 9 0,10-9 0,0 0 15,-1 0-15,-9 10 0,10-10 0,10 0 0,-20 10 0,10 0 16,0-10-16,0 10 0,0-10 0,0 20 0,0-20 0,-10 10 16,10-10-16,0 10 0,0 0 0,-1 0 0,1-10 0,-10 20 0,20-20 0,-10 9 15,-10 1-15,10-10 0,-10 20 0,20-20 0,-20 10 0,10-10 0,-10 10 0,10-10 16,-10 10-16,0 0 0,10-10 16,-10 10-16,0 0 0,10-10 0,-10 10 15,0 0-15,0 0 16,9-1-16,-9 1 0,0 0 15,0 0-15,10 0 0,-10 0 16,0 0-16,0 0 0,0 0 0,0 0 0,0 0 16,0 0-16,0 0 0,0-1 0,0 1 0,0 0 15,0 10-15,0-10 0,0 0 16,0 0-16,0 0 0,0 0 16,-19-10-16,9 0 0,0 0 15,0 0-15,0 0 0,-20 0 0,20 0 16,0 0-16,0 0 0,0 0 0,1 0 0,-1 0 0,0 0 0,0 0 15,-10 0-15,10 0 0,-10 0 0,10 0 16,0 0-16,0 0 0,0 0 16,10 10-16,-19-10 0,19 10 0,-10-10 0,10 9 0,-10-9 15,0 0-15,10 10 0,-10-10 0,0 0 0,0 10 16,-10-10-16,20 10 0,-10-10 0,0 0 0,0 0 16,1 0-16,-1 0 0,0 0 0,0 0 0,0 0 15,0 0-15,0 0 0</inkml:trace>
  <inkml:trace contextRef="#ctx0" brushRef="#br0" timeOffset="6569.73">2163 4376 0,'0'9'32,"0"1"-32,0 0 15,0 0-15,0 0 0,0 0 16,0 0-16,0 0 0,0 0 0,0 0 15,0 0-15,0 0 0,0 9 0,0-9 0,0 0 16,0 0-16,0 0 0,0 0 0,0 10 0,0-10 0,0 0 0,0 10 16,-10-1-16,10 11 0,0-20 0,0 10 0,-10 0 0,10 10 0,0-21 15,0 21-15,0-20 0,0 20 0,-10 0 0,10-10 0,-10 9 0,0-9 0,10 0 16,0 20-16,-10-11 0,10 1 0,-9 0 0,9 0 0,0 0 0,-10-1 16,10 1-16,0 10 0,0-10 0,-10-1 0,10 31 0,-10-30 0,10-1 0,0 1 15,0 0-15,0 10 0,-10-11 0,10-9 0,0 10 0,0 0 0,0-1 0,0-9 16,0 10-16,0-10 0,0 10 0,-10-10 0,10-11 0,-10 11 0,10 0 0,0 0 15,0-10-15,-10 10 0,10 0 0,0-1 0,0-9 0,0 0 0,-10 10 0,0-10 16,10 0-16,0 0 0,0 0 0,0 0 0,-10 10 0,10-11 0,-10 1 0,10 0 16,0 0-16,0 10 0,0 0 0,-10-10 15,10 0-15,0 0 0,0 0 0,0 0 0,0-1 0,0 1 0,0 0 16,0 0-16,0 0 0,0 0 0,0 0 16,0 0-16,0 0 0,0 0 0,0 0 15,0 0-15,0 0 0,0-1 16,0 1-16,-9 0 0,9 0 15,0 0 1,0 0-16,-10-10 0,10 10 0,0 0 16,0 0-16,0 0 15,-10-10-15,10 10 0,0 0 219,10-10-219,0 10 16,-1-10-1,-9 9-15,10-9 0,0 0 0,0 0 16,-10 10-16,10-10 0,0 0 0,0 0 0,20 0 16,-20 10-16,10-10 0,-11 0 0,1 0 0,10 0 0,10 10 15,-20-10-15,0 0 0,10 0 0,-1 0 0,11 0 0,0 0 0,-10 10 0,0-10 16,0 0-16,-1 10 0,11 0 0,-10-10 0,20 0 0,-30 0 0,19 20 0,1-20 15,-10 0-15,0 10 0,10-10 0,-11 0 0,11 10 0,-20 0 0,20-10 0,-10 0 16,10 10-16,-11-10 0,1 0 0,-10 0 0,0 0 0,20 0 0,-20 0 0,10 9 16,-10-9-16,9 10 0,-9-10 0,0 0 0,10 0 0,-10 0 0,0 0 15,0 0-15,0 0 0,-10 10 0,20-10 0,-11 0 47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448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117.5853" units="1/cm"/>
          <inkml:channelProperty channel="Y" name="resolution" value="67.28972" units="1/cm"/>
          <inkml:channelProperty channel="T" name="resolution" value="1" units="1/dev"/>
        </inkml:channelProperties>
      </inkml:inkSource>
      <inkml:timestamp xml:id="ts0" timeString="2026-03-16T17:34:10.72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12571 2808 0,'10'0'16,"-20"0"-16,30 0 0,0 0 0,-10 0 0,0 0 16,-1 0-16,1 0 0,0 0 15,0 0 1,0 0-16,0 0 0,0 0 15,0 0-15,0 0 0,0 0 0,0 0 0,10 0 16,-11 0-16,11 0 0,-10 0 0,0 0 0,0 0 0,0 0 16,0 0-16,10 0 0,-10 0 0,10 0 0,-11 0 0,11 0 0,0 0 0,-10 0 15,0 0-15,10 0 0,-10 0 0,0 0 0,0 0 0,9 0 0,-9 10 0,20-10 16,-20 0-16,0 0 0,0 10 0,0-10 0,0 0 0,10 0 16,-11 0-16,1 0 15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448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117.5853" units="1/cm"/>
          <inkml:channelProperty channel="Y" name="resolution" value="67.28972" units="1/cm"/>
          <inkml:channelProperty channel="T" name="resolution" value="1" units="1/dev"/>
        </inkml:channelProperties>
      </inkml:inkSource>
      <inkml:timestamp xml:id="ts0" timeString="2026-03-16T17:34:47.27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4316 8027 0,'10'0'15,"0"0"1,0 0 0,-10 10-16,10-10 0,0 20 15,-10-11-15,10 1 0,-10 0 0,0 0 16,9 0-16,-9 0 0,10-10 0,-10 10 0,0 0 0,10-10 16,-10 10-16,10 0 0,0-10 0,-10 10 0,10-10 0,-10 10 0,0 0 15,10-10-15,-10 9 0,0 1 0,20-10 0,-20 10 0,10-10 16,-10 10-16,0 0 0,10-10 0,0 0 0,-10 10 0,0 0 15,10-10-15,-10 10 16,9-10-16,-9 10 16,10-10-16,0 10 15,-10 0-15,10-10 0,0 0 0,0 0 0,0 0 16,0 0-16,0 0 0,0 0 0,0 0 16,0 0-16,9 0 0,-9 0 0,0 0 0,0 0 15,0 0-15,0 0 0,0 0 0,0 0 0,0 0 0,0 0 0,10 0 16,-1 0-16,1 0 0,-10 0 0,10 0 0,-10-10 0,0 10 0,20 0 15,-11 0-15,21 0 0,-20 0 0,0 0 0,10 0 0,-20-10 16,19 10-16,-9 0 0,10 0 0,0 0 0,-1 0 0,1-10 0,0 10 0,0 0 16,0 0-16,-1 0 0,1 0 0,10 0 0,-1 0 0,-9 0 0,0 0 0,10 0 15,-11 0-15,11 0 0,0 0 0,-10 0 0,9 0 0,1 0 0,10 0 16,-11 0-16,-9 0 0,0 0 0,9 0 0,11 0 0,-10 0 0,-1 0 0,1 0 16,-10 0-16,10 0 0,-1 0 0,-9 0 0,10 0 0,-1 0 0,-9 0 0,10 0 15,-10 0-15,-1 0 0,11 0 0,0 0 0,-10 0 0,-1 0 0,11 0 0,-10 0 16,9 0-16,-9 0 0,10 0 0,-10 0 0,19 0 0,-9 0 0,-10 0 0,9 0 15,-9 0-15,10 0 0,0 0 0,9 0 0,-9 10 0,19 0 0,-29-10 16,10 20-16,-1-20 0,-9 0 0,10 10 0,19-10 0,-29 9 0,10 1 0,0-10 0,19 10 16,-29-10-16,10 10 0,-1-10 0,1 0 0,10 10 0,-21-10 0,11 10 15,20 0-15,-31-10 0,21 0 0,-10 10 0,-11 0 0,11-10 0,0 0 0,-10 0 16,19 10-16,-9-10 0,0 0 0,-1 0 0,1 10 0,0 0 0,-11-10 0,1 0 16,0 0-16,10 0 0,-11 0 0,11 0 0,-10 0 0,9 0 0,11 0 0,-20 0 15,0 0-15,-1 0 0,11 0 0,-10 0 0,-10 0 0,9 0 0,11 0 16,10 0-16,-20 0 0,-1 0 0,11 0 0,-10 0 0,0 0 0,9 0 0,-9 0 15,0 0-15,19 0 0,-19 0 0,0 0 0,0 0 0,-1 0 0,11 0 0,-10 0 16,0 0-16,-1 0 0,-9 0 0,20 0 0,-10 0 0,-10 0 0,9 0 0,1 0 16,-10 0-16,0 0 0,9 0 0,-9 0 0,10 0 0,-10 0 0,10 0 0,-10 0 15,-1 0-15,11 0 0,-20 0 0,20 0 0,-10 10 0,0-10 0,9 0 0,-9 0 16,-10 0-16,20 9 0,-10 1 0,19-10 0,-29 0 0,20 0 0,-10 10 0,0-10 16,0 10-16,9-10 0,1 0 0,-10 0 0,0 10 0,0-10 0,9 0 15,-9 0-15,10 0 0,-10 0 0,10 0 0,-11 0 0,11 0 0,-20 0 0,10 0 16,10 0-16,-20 0 0,10 0 0,9 0 0,1 0 0,-20 0 0,10 0 0,-10 0 15,10 0-15,9 0 0,-9 0 0,-10 0 0,10 0 0,-10 0 0,30 0 16,-30 0-16,9-10 0,-9 10 0,10 0 0,10-10 0,-10 0 0,-10 10 0,19-10 16,-9 10-16,10 0 0,-10 0 0,0-9 0,9-1 0,-9 10 0,0 0 0,0-10 15,10 10-15,0 0 0,-1 0 0,1 0 0,0-10 0,0 10 0,-11 0 0,11 0 16,10 0-16,-10 0 0,-1 0 0,11 0 0,-20 0 0,20 0 0,-11 0 0,1 0 16,0 0-16,0 0 0,-1 0 0,11 0 0,-10 0 0,0 0 0,9 0 0,-19 0 15,10 0-15,0 0 0,0 0 0,9 0 0,-19-10 0,10 10 0,0 0 16,-1 0-16,1 0 0,0 0 0,-10 0 0,19 0 0,-19-10 0,10 10 0,0 0 15,-10 0-15,19 0 0,-9 0 0,0 0 0,0 0 0,-1 0 0,-9 0 0,10 0 16,0 0-16,0 0 0,-11-10 0,21 10 0,-20 0 0,0 0 0,19 0 0,-9 0 16,-10 0-16,10 0 0,0 0 0,-11 0 0,21 0 0,-20 0 0,20 0 0,-11 0 15,1 0-15,10 0 0,-10 0 0,9 0 0,-9 0 0,0 0 0,10 0 0,-11 0 16,11 0-16,-10 0 0,0 0 0,9 0 0,-9 0 0,0 0 0,-1 0 16,11 0-16,-10 0 0,0 0 0,-10 0 0,9 0 0,-9 0 0,10 0 0,0 0 15,-1 0-15,-9 0 0,0 0 0,0 0 0,0 0 0,0 0 0,9 0 0,1 10 16,-20 0-16,10-10 0,10 0 0,-20 0 0,29 10 0,-19-10 0,0 0 0,0 10 15,0 0-15,10-10 0,-21 0 0,21 0 0,0 0 0,0 0 0,-1 10 0,-9-10 16,0 0-16,0 0 0,10 9 0,-10 1 0,9-10 0,1 0 0,-10 0 16,10 0-16,-10 0 0,9 10 0,-9-10 0,10 10 0,-10-10 0,10 0 0,-11 0 15,11 0-15,0 0 0,0 0 0,-1 10 0,1-10 0,-10 0 0,10 0 0,0 0 16,-11 0-16,11 0 0,0 10 0,0 0 0,0-10 0,-1 10 0,-9-10 0,10 0 16,0 0-16,-1 10 0,1 0 0,0-10 0,0 0 0,9 10 0,1 0 0,-10-10 15,-10 0-15,10 0 0,9 9 0,-9-9 0,10 10 0,-11-10 0,1 10 16,10-10-16,-10 10 0,9-10 0,-9 0 0,0 0 0,10 10 0,-1-10 0,-9 0 15,0 10-15,9-10 0,1 0 0,-10 10 0,10-10 0,-1 0 0,-9 0 0,0 0 16,9 0-16,1 0 0,-10 0 0,10 0 0,-11 0 0,11 0 0,0 0 0,-10 0 16,-1 0-16,1 0 0,0 0 0,0 0 0,9 0 0,-9 0 0,0 0 0,0 0 15,-1 0-15,1 0 0,0 0 0,0 0 0,-11 0 0,11 0 0,0 10 0,-10-10 16,10 0-16,-11 0 0,11 0 0,-10 10 0,0-10 0,10 0 0,-10 0 16,9 0-16,1 0 0,0 0 0,-20 0 0,20 0 0,-11 0 0,11 0 0,-10 0 15,10 0-15,-10 0 0,9 0 0,-9 0 0,0 0 0,10 0 0,0 0 0,-1 0 16,-9 0-16,10 0 0,-10 0 0,0 0 0,9-10 0,-9 10 0,10 0 0,-10 0 15,20 0-15,-31-10 0,21 10 0,-10-10 0,0 10 0,10 0 0,-10-10 0,9 10 16,-9 0-16,0 0 0,0 0 0,0-10 0,0 10 0,9 0 0,-9-10 16,0 10-16,-10 0 0,10 0 0,0 0 0,-11-10 0,1 10 0,10 0 0,0 0 15,-10 0-15,0 0 0,10 0 0,-10 0 0,0 0 0,0 0 0,-1 0 0,1 0 16,0 0-16,0 0 0,0 0 0,0 0 0,0 0 0,0 0 0,0 0 0,0 0 16,0 0-16,0 0 0,0 0 0,-1 0 0,11 0 0,-10 0 0,0 0 0,10 0 15,-10 0-15,0 0 0,0 0 0,10 0 0,-1 0 0,-9 0 0,10 0 16,0 10-16,-10-10 0,0 0 0,10 0 0,-10 0 0,0 0 0,-1 0 0,1 0 15,0 0-15,0 0 0,10 0 0,0 0 0,-10 0 0,0 0 16,0 0-16,0 0 0,0 0 0,-1 0 0,1 0 16,-10-10-16,10 10 0,0-10 15,-10 1-15,10 9 0,-10-10 16,0 0-16,10 10 16,0 0 15,0 0 78,0 0-109,0 0 0,0 0 16,0 0-16,0 0 15,-1-10-15,-9 0 0,10 10 0,-10-10 16,10 10-16,-10-10 0,20 10 0,-20-20 0,10 10 16,0 10-16,-10-10 0,10 10 0,-10-10 0,10 1 15,0-1-15,0 0 0,0 0 0,9 0 0,-19 0 16,10 10-16,-10-10 0,10 10 0,-10-20 0,20 20 0,-20-10 0,10 0 0,10-10 16,-10 11-16,0-1 0,0 10 0,0 0 15,0-10-15,-10 0 0,9 10 0,1 0 0,-10-10 0,20 10 0,-10 0 16,-10-10-16,20 0 0,-10 10 0,-10-10 0,10 10 15,0 0-15,-10-10 0,0 0 0,10 10 16,0 0-16,0 0 16,-20 0 46,0 0-62</inkml:trace>
  <inkml:trace contextRef="#ctx0" brushRef="#br0" timeOffset="15344.26">18484 10329 0,'0'-10'16,"0"0"0,0 0-1,0 0 1,10 10-1,0 0-15,0 0 0,0 0 0,0 0 16,0 0-16,0 0 0,0 0 0,10 0 16,-10 0-16,9 0 0,-9 0 0,0 0 0,0 0 15,0 0-15,0 0 0,0 0 0,0 0 0,0 0 16,0 0-16,0 0 0,9 0 0,-9 0 0,0 0 16,0 0-16,0 0 0,0 0 0,0 0 0,0 0 0,0 0 15,10 0-15,-10 0 0,0 0 0,-1 0 0,1 0 16,0-10-16,0 10 0,0 0 0,10 0 0,-10 0 0,10 0 15,-10 0-15,0 0 0,9 0 0,-9 0 0,0 0 0,0 0 0,10 0 0,0 0 16,-10 0-16,10 0 0,-10 0 0,0 0 0,-1 0 0,1 0 16,0 0-16,0 0 0,10 0 0,-10 0 0,10 0 0,-10 0 15,0 0-15,0 0 0,0 0 0,-1 0 16,1 0-16,0 0 0,0-10 0,-10 0 16,10 10-16,0 0 0,0 0 15,0 0-15,0 0 16,0 0-16,0 0 0,0 0 0,0 0 0,-1 0 15,1 0-15,0 10 0,0-10 0,0 10 0,0-10 16,0 10-16,0-10 0,-10 10 0,10-10 0,0 10 0,0-10 16,-10 10-16,-10-20 47,0 0-47,10 0 15,-10 10-15,10-10 16,-10 10 31,0 0-32,0 0-15,-10 0 0,10 0 0,0 0 16,-9 0-16,9 0 0,0 0 0,0 0 0,-10 0 0,10 0 0,0 0 0,-10 0 16,0 0-16,11-10 0,-11 10 0,0 0 0,0 0 0,10 0 0,0-10 0,-10 10 15,0 0-15,11 0 0,-1 0 0,-10 0 0,10 0 0,-10 0 16,10 0-16,0 0 0,0 0 0,0 0 0,0 0 0,0 0 15,1 0-15,-1 0 0,0 0 0,10 10 16,-10-10-16,10 10 0,-10-10 0,0 0 16,10 10-16,0 0 0,-10-10 0,0 0 15,0 0-15,0 0 0,0 0 0,0 0 16,0 0-16,1 0 16</inkml:trace>
  <inkml:trace contextRef="#ctx0" brushRef="#br0" timeOffset="17425.83">18415 10239 0,'10'0'63,"-10"10"-63,0 0 0,10-10 0,-10 10 15,10-10-15,-10 10 0,10-10 78,-10-10 16,0 0-78,0 0-16,-10 10 47,0-10-47,0 10 15,10-10-15,-10 10 16,10-9-16,-10 9 0,0-10 15,0 10-15,10-10 16,0 0 0,10 20 31,-10 0 46,0 0-93,10-10 0,-10 9 0,10 1 16,0 0-16,0 0 0,-10 0 0,10-10 0,-10 10 0,10-10 16,-10 10-16,10 0 0,0-10 15,-10 10-15,-10-10 47,10-20-31,-10 20-16,10-10 0,-10 10 62,0 0-62,0 0 16,0 0-16,0 0 15,0 0 1,0 0-16,0-10 16,10 0-16</inkml:trace>
  <inkml:trace contextRef="#ctx0" brushRef="#br0" timeOffset="18522.11">19328 10120 0,'-10'0'31,"0"0"-31,0 0 16,10 10-1,0 0-15,0 0 16,0 0-16,0 0 0,-10 0 15,10 0-15,-10 0 16,10 0-16,-10-10 0,10 10 0,-10-10 16,0 0-1,10-10 17,0 0-17,0 0-15,0 0 31,0 0 16,0 0-31,0 0 0,0 0-1,0 0 1</inkml:trace>
  <inkml:trace contextRef="#ctx0" brushRef="#br0" timeOffset="26642.93">19427 10319 0,'10'0'16,"0"0"-16,0 0 16,0 0-16,0 0 15,0 0-15,-1 10 0,1-10 16,0 0-16,0 0 0,0 10 15,0-10-15,0 0 0,0 10 0,0-10 16,0 0-16,0 0 0,0 0 0,9 0 0,-9 0 16,10 0-16,-10 0 0,10 0 0,-10 0 0,10 0 15,-10 0-15,10 0 0,-1 0 0,-9 0 0,0 0 0,10-10 0,-10 10 16,10 0-16,0 0 0,-10-10 0,0 10 0,-1 0 0,21 0 0,-20 0 16,20 0-16,0 0 0,-11 0 0,-9 0 0,0 0 0,20 0 0,-20 0 15,20 0-15,0 0 0,-11 0 0,1 0 0,0 0 0,0 0 0,10 0 0,-20 0 16,19 0-16,1 0 0,0 0 0,-10 0 0,10 0 0,-21 0 0,21 0 0,-10 0 15,10 0-15,-10 0 0,0 0 0,19 10 0,-19-10 0,0 0 0,10 0 0,-20 10 16,19-10-16,-19 0 0,50 0 0,-30 0 0,-11 9 0,1-9 0,0 0 16,-10 0-16,20 0 0,-10 0 0,-1 0 0,-9 0 0,10 0 0,10 0 15,-20 0-15,10 0 0,-10 0 0,0 0 0,9 0 0,-9 0 0,10 0 0,10 0 16,-10 0-16,0 0 0,-10 0 0,9 0 0,-9 0 0,0 0 16,10 0-16,-10 0 0,0 0 0,10 0 0,10 0 0,-21 0 0,1 0 15,10 0-15,-10 0 0,0 0 0,10 0 0,-10 0 0,0 0 0,0 0 0,0 0 16,0 0-16,-1 0 0,1 0 0,0 0 0,0 0 0,0 0 0,0 0 15,0 0-15,0 0 0,0 0 0,0 0 0,0 0 0,0 0 16,0 0-16,-1 0 0,1 0 16,0 0-16,-20 0 156,10-9-125,0-1-31,0 0 0,0 0 16,0 0-16,0 0 0,0-10 15,0 10-15,10 10 0,-10-10 0,10 0 16,-10 0-16,10 10 0,0 0 0,-10-10 0,10 10 0,-10-9 0,10 9 16,-10-10-16,10 10 0,0 0 0,-10-10 0,0 0 0,10 10 0,0-10 0,0 0 15,-10 0-15,9 10 0,-9-10 0,0 0 0,10 10 16,0-10-16,-10 0 0,0 0 16,0 0-16,0 1 0,0-1 15,0 0-15,0 0 0,0 0 16,10 10 15,0 0-15,-10 10-1,0 0-15,0 0 0,0 0 16,0-1-16,0 1 0,0 0 16,0 0-16,-10-10 0,10 10 0,0 0 15,-20-10-15,10 10 0,1-10 0,-1 0 0,10 10 0,-10-10 16,10 10-16,-20-10 0,10 10 0,0 0 0,0 0 15,0 0-15,0-10 0,10 9 0,0 1 16,0 0-16,0 0 16,0 0-16,0 0 15,0 0-15,0 0 16,0 0-16,0 0 0,0 0 16,-10-10-16,0 10 0,0-10 15,10 10-15,-9-10 0,-1 0 16,0 0-16,0 0 109,10 9-31,10-9-62,-20 0 31,0 0-47,0 0 15,0 0-15</inkml:trace>
  <inkml:trace contextRef="#ctx0" brushRef="#br0" timeOffset="28140.83">18316 10110 0,'0'-10'0,"0"1"16,-10 9-16,10-10 15,0 0 1,0 0-1,0 0-15,-10 10 0,20 0 125,0 10-125,-10 0 0,10-10 0,-10 10 0,0 0 16,10-10-16,-10 9 0,0 1 0,19-10 0,-19 10 0,0 0 16,0 0-16,10-10 0,-10 10 0,0 0 15,0 0-15,10-10 16,-10 10-16,10-10 0,-10 10 0,0 0 16,10-10-16,-10 10 15,10-10-15,-10 10 0,10-10 16,-10 9-16,10-9 0,0 0 15,0 10-15,0-10 0,0 10 16,0-10-16,-20 0 172,10-10-172,-10 10 0,10-10 16,0 1-1,0-1 1,0 0-16,0 0 15,-10 10-15,10-10 16,0 0-16,-10 10 0,10-10 0,-10 0 16,0 10-16,10-10 0,-10 10 15,10-10-15,-10 10 0,0-10 0,10 0 16,-10 10-16,10-10 0,-10 10 0,10-9 94,-10 9-94,10-10 15,-9 10-15,9 10 47,0-1-47,0 1 0,0 0 16,0 0-16,0 0 0,0 0 15</inkml:trace>
  <inkml:trace contextRef="#ctx0" brushRef="#br0" timeOffset="29002.64">18455 10269 0,'10'0'0,"0"0"15,-1 0-15,1 0 0,0 0 16,0 0-16,0 0 0,0 0 0,10 0 16,-10 0-16,10 0 0,-10 0 0,0 0 0,-1 0 0,11 0 15,-10 0-15,0 0 0,10 0 0,-10 0 0,10 0 0,-10 10 0,0-10 16,-1 0-16,1 0 0,0 0 0,10 0 0,0 0 0,0 0 16,-10 0-16,10 0 0,-10 0 0,-1 0 0,1 0 0,0 0 15,0 0-15,0 0 0,0 0 0,0 0 0,0 0 0,0 0 16,0 0-16,0 0 0,0 0 0,0 0 0,-1 0 0,11 0 15,-10 0-15,0 0 0,0 0 0,0 10 0,10-10 16,-10 0-16,0 0 0,0 0 0,9 0 0,-9 10 0,0-10 0,0 0 16,0 10-16,0-10 0,10 0 0,-10 0 0,0 10 0,10-10 0,-10 10 0,-1-10 15,11 0-15,-10 0 0,10 10 0,-10-10 0,0 10 0,0-10 0,0 0 16,0 0-16,0 0 0,9 0 0,-9 0 0,10 0 16,-10 0-16,0 0 0,0 0 0,0 0 15,0 0-15,0 0 0,0 0 16,0 0-16,-1 0 0,1 0 0,0 0 15,10 0-15,-10 0 0,0 0 0,0 0 16,0 0-16,0 0 0,-10-10 0,10 10 0,0 0 0,0 0 16,-1 0-16,1 0 0,0 0 0,0 0 0,0 0 15,0 0-15,0 0 0,0 0 0,0 0 16,0 0-16,0 0 0,0 10 0,0-10 16,9 0-16,-9 0 0,-10 9 15,10-9-15,0 0 0,0 0 0,0 0 16,0 0-16,0 0 0,0 0 15,0 0-15,0 0 16,0 0-16,-1 0 0,1 0 0,0 0 16,0 0-16,0 0 0,10 0 0,-10 0 0,0 0 15,0 0-15,0 0 0,0 0 0,-1 0 0,1 0 0,0 0 16,0 0-16,0 0 0,0 0 0,0 0 16,0 0-16,0 0 0,0 0 0,0 0 15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de823bec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de823bec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f97f5ce68a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f97f5ce68a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f97f5ce68a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f97f5ce68a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f97f5ce68a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f97f5ce68a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e04b8b6756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e04b8b6756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e04b8b6756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e04b8b6756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569214"/>
            <a:ext cx="7543800" cy="267462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6000" spc="-38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3341715"/>
            <a:ext cx="7543800" cy="85725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 algn="ctr">
              <a:buNone/>
              <a:defRPr sz="18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325755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9193716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FC5F6-F338-4AE4-BB23-26385BCFC423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381100434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69214"/>
            <a:ext cx="7543800" cy="267462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6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3339846"/>
            <a:ext cx="7543800" cy="85725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325755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0611519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59" y="1384301"/>
            <a:ext cx="3703320" cy="301752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384301"/>
            <a:ext cx="3703320" cy="301752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224959936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384539"/>
            <a:ext cx="370332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1936751"/>
            <a:ext cx="3703320" cy="253365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384539"/>
            <a:ext cx="370332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1936751"/>
            <a:ext cx="3703320" cy="253365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57295952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159959365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1987928842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3030053" y="0"/>
            <a:ext cx="48006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45769"/>
            <a:ext cx="2400300" cy="1714500"/>
          </a:xfrm>
        </p:spPr>
        <p:txBody>
          <a:bodyPr anchor="b">
            <a:norm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0450" y="548640"/>
            <a:ext cx="4869180" cy="394335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194560"/>
            <a:ext cx="2400300" cy="2534343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4844839"/>
            <a:ext cx="1963883" cy="273844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4844839"/>
            <a:ext cx="3486150" cy="273844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324326711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3714750"/>
            <a:ext cx="9141619" cy="14287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2" y="368630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3806190"/>
            <a:ext cx="7584948" cy="617220"/>
          </a:xfrm>
        </p:spPr>
        <p:txBody>
          <a:bodyPr lIns="91440" tIns="0" rIns="91440" bIns="0" anchor="b">
            <a:no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3686307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60" y="4430267"/>
            <a:ext cx="7584948" cy="44577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450"/>
              </a:spcAft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363780241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155786214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11084"/>
            <a:ext cx="1971675" cy="4318066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11083"/>
            <a:ext cx="5800725" cy="4318067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359723692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Белый слайд + заголовок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70001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Тема вебинара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890625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Заголовок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684943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224403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Разделительный слайд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654263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ТИТУЛЬНЫЙ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9608148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Белый слайд + заголовок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2537906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Ваш макет 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639034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186229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Тема вебинара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072003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Разделительный слайд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745850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О себе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041738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Раздел+описание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13387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Заголовок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333661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Слайд с кодом 1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746188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Слайд с кодом 2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2386629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Слайд КОД+ТЕКСТ 1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8042094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Слайд КОД+ТЕКСТ 2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735487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5" Type="http://schemas.openxmlformats.org/officeDocument/2006/relationships/image" Target="../media/image2.jpg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4800600"/>
            <a:ext cx="9144000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4750737"/>
            <a:ext cx="9144001" cy="494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384301"/>
            <a:ext cx="7543800" cy="301752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4844839"/>
            <a:ext cx="185420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rgbClr val="FFFFFF"/>
                </a:solidFill>
              </a:defRPr>
            </a:lvl1pPr>
          </a:lstStyle>
          <a:p>
            <a:fld id="{98624D31-43A5-475A-80CF-332C9F6DCF35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4844839"/>
            <a:ext cx="361710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4844839"/>
            <a:ext cx="98401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rgbClr val="FFFFFF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303384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7773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78" r:id="rId15"/>
    <p:sldLayoutId id="2147483679" r:id="rId16"/>
  </p:sldLayoutIdLst>
  <p:hf sldNum="0" hdr="0" ftr="0" dt="0"/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3600" kern="1200" spc="-38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28803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42519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56235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69951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8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9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1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2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5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0897535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customXml" Target="../ink/ink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1.png"/><Relationship Id="rId5" Type="http://schemas.openxmlformats.org/officeDocument/2006/relationships/customXml" Target="../ink/ink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8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Relationship Id="rId6" Type="http://schemas.openxmlformats.org/officeDocument/2006/relationships/customXml" Target="../ink/ink4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9.png"/><Relationship Id="rId4" Type="http://schemas.openxmlformats.org/officeDocument/2006/relationships/customXml" Target="../ink/ink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21.png"/><Relationship Id="rId4" Type="http://schemas.openxmlformats.org/officeDocument/2006/relationships/customXml" Target="../ink/ink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customXml" Target="../ink/ink8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customXml" Target="../ink/ink1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7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1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otus.ru</a:t>
            </a:r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dirty="0"/>
              <a:t>Дизайн сетей ЦОД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 dirty="0"/>
              <a:t>Меня хорошо видно</a:t>
            </a:r>
            <a:endParaRPr sz="4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dirty="0"/>
              <a:t>&amp; слышно?</a:t>
            </a:r>
            <a:endParaRPr sz="4000" dirty="0"/>
          </a:p>
        </p:txBody>
      </p:sp>
      <p:pic>
        <p:nvPicPr>
          <p:cNvPr id="76" name="Google Shape;76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7275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84856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/>
          <p:nvPr/>
        </p:nvSpPr>
        <p:spPr>
          <a:xfrm>
            <a:off x="644400" y="2507825"/>
            <a:ext cx="1033800" cy="1983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4" name="Google Shape;84;p1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Защита проекта</a:t>
            </a:r>
            <a:endParaRPr sz="3000" dirty="0"/>
          </a:p>
          <a:p>
            <a:pPr>
              <a:buSzPts val="1100"/>
            </a:pPr>
            <a:r>
              <a:rPr lang="ru" sz="3000" dirty="0"/>
              <a:t>Тема: </a:t>
            </a:r>
            <a:r>
              <a:rPr lang="en-US" sz="2000" b="1" dirty="0" err="1">
                <a:solidFill>
                  <a:srgbClr val="050505"/>
                </a:solidFill>
                <a:latin typeface="Roboto" panose="02000000000000000000" pitchFamily="2" charset="0"/>
              </a:rPr>
              <a:t>M</a:t>
            </a:r>
            <a:r>
              <a:rPr lang="en-US" sz="2000" b="1" i="0" dirty="0" err="1">
                <a:solidFill>
                  <a:srgbClr val="050505"/>
                </a:solidFill>
                <a:effectLst/>
                <a:latin typeface="Roboto" panose="02000000000000000000" pitchFamily="2" charset="0"/>
              </a:rPr>
              <a:t>ultipod</a:t>
            </a:r>
            <a:r>
              <a:rPr lang="ru-RU" sz="20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  <a:t> между </a:t>
            </a:r>
            <a:r>
              <a:rPr lang="en-US" sz="20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  <a:t>Arista </a:t>
            </a:r>
            <a:r>
              <a:rPr lang="ru-RU" sz="20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  <a:t>и </a:t>
            </a:r>
            <a:r>
              <a:rPr lang="en-US" sz="20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  <a:t>Juniper</a:t>
            </a:r>
            <a:br>
              <a:rPr lang="en-US" sz="14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</a:br>
            <a:br>
              <a:rPr lang="ru-RU" sz="1600" b="1" i="0" dirty="0">
                <a:solidFill>
                  <a:srgbClr val="1F2328"/>
                </a:solidFill>
                <a:effectLst/>
                <a:latin typeface="-apple-system"/>
              </a:rPr>
            </a:b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5" name="Google Shape;85;p18"/>
          <p:cNvSpPr txBox="1"/>
          <p:nvPr/>
        </p:nvSpPr>
        <p:spPr>
          <a:xfrm>
            <a:off x="3123850" y="2716325"/>
            <a:ext cx="5856300" cy="78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Шантур Владислав</a:t>
            </a:r>
            <a:endParaRPr b="1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86;p18"/>
          <p:cNvSpPr txBox="1"/>
          <p:nvPr/>
        </p:nvSpPr>
        <p:spPr>
          <a:xfrm>
            <a:off x="3123850" y="3322925"/>
            <a:ext cx="5856300" cy="13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Сетевой инженер</a:t>
            </a:r>
            <a:endParaRPr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latin typeface="Roboto"/>
                <a:ea typeface="Roboto"/>
                <a:cs typeface="Roboto"/>
                <a:sym typeface="Roboto"/>
              </a:rPr>
              <a:t>ООО «РТК-Сервис»</a:t>
            </a:r>
            <a:endParaRPr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/>
              <a:t>План защиты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86525" y="120552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Цели проекта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" name="Google Shape;93;p19"/>
          <p:cNvSpPr/>
          <p:nvPr/>
        </p:nvSpPr>
        <p:spPr>
          <a:xfrm>
            <a:off x="787125" y="179502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планировалось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" name="Google Shape;94;p19"/>
          <p:cNvSpPr/>
          <p:nvPr/>
        </p:nvSpPr>
        <p:spPr>
          <a:xfrm>
            <a:off x="787125" y="2372042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Используемые</a:t>
            </a: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технологии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" name="Google Shape;95;p19"/>
          <p:cNvSpPr/>
          <p:nvPr/>
        </p:nvSpPr>
        <p:spPr>
          <a:xfrm>
            <a:off x="786525" y="2949064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</a:t>
            </a:r>
            <a:r>
              <a:rPr lang="ru" sz="130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 получилось</a:t>
            </a:r>
            <a:endParaRPr sz="130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" name="Google Shape;96;p19"/>
          <p:cNvSpPr/>
          <p:nvPr/>
        </p:nvSpPr>
        <p:spPr>
          <a:xfrm>
            <a:off x="786525" y="352610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Схемы/</a:t>
            </a: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архитектура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" name="Google Shape;97;p19"/>
          <p:cNvSpPr/>
          <p:nvPr/>
        </p:nvSpPr>
        <p:spPr>
          <a:xfrm>
            <a:off x="786525" y="410311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8" name="Google Shape;98;p19"/>
          <p:cNvCxnSpPr>
            <a:stCxn id="92" idx="1"/>
            <a:endCxn id="93" idx="1"/>
          </p:cNvCxnSpPr>
          <p:nvPr/>
        </p:nvCxnSpPr>
        <p:spPr>
          <a:xfrm>
            <a:off x="786525" y="1393625"/>
            <a:ext cx="600" cy="589500"/>
          </a:xfrm>
          <a:prstGeom prst="curvedConnector3">
            <a:avLst>
              <a:gd name="adj1" fmla="val -396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99" name="Google Shape;99;p19"/>
          <p:cNvCxnSpPr>
            <a:stCxn id="93" idx="1"/>
            <a:endCxn id="94" idx="1"/>
          </p:cNvCxnSpPr>
          <p:nvPr/>
        </p:nvCxnSpPr>
        <p:spPr>
          <a:xfrm>
            <a:off x="787125" y="1983127"/>
            <a:ext cx="600" cy="576900"/>
          </a:xfrm>
          <a:prstGeom prst="curvedConnector3">
            <a:avLst>
              <a:gd name="adj1" fmla="val -396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00" name="Google Shape;100;p19"/>
          <p:cNvCxnSpPr>
            <a:stCxn id="94" idx="1"/>
            <a:endCxn id="95" idx="1"/>
          </p:cNvCxnSpPr>
          <p:nvPr/>
        </p:nvCxnSpPr>
        <p:spPr>
          <a:xfrm flipH="1">
            <a:off x="786525" y="2560142"/>
            <a:ext cx="600" cy="576900"/>
          </a:xfrm>
          <a:prstGeom prst="curvedConnector3">
            <a:avLst>
              <a:gd name="adj1" fmla="val 397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01" name="Google Shape;101;p19"/>
          <p:cNvCxnSpPr>
            <a:stCxn id="95" idx="1"/>
            <a:endCxn id="96" idx="1"/>
          </p:cNvCxnSpPr>
          <p:nvPr/>
        </p:nvCxnSpPr>
        <p:spPr>
          <a:xfrm>
            <a:off x="786525" y="3137164"/>
            <a:ext cx="600" cy="576900"/>
          </a:xfrm>
          <a:prstGeom prst="curvedConnector3">
            <a:avLst>
              <a:gd name="adj1" fmla="val -396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02" name="Google Shape;102;p19"/>
          <p:cNvCxnSpPr>
            <a:stCxn id="96" idx="1"/>
            <a:endCxn id="97" idx="1"/>
          </p:cNvCxnSpPr>
          <p:nvPr/>
        </p:nvCxnSpPr>
        <p:spPr>
          <a:xfrm>
            <a:off x="786525" y="3714200"/>
            <a:ext cx="600" cy="576900"/>
          </a:xfrm>
          <a:prstGeom prst="curvedConnector3">
            <a:avLst>
              <a:gd name="adj1" fmla="val -396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проекта</a:t>
            </a:r>
            <a:endParaRPr/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4C7ABE5B-78A2-40E4-A48F-AD44413EEB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5277367"/>
              </p:ext>
            </p:extLst>
          </p:nvPr>
        </p:nvGraphicFramePr>
        <p:xfrm>
          <a:off x="822325" y="1384300"/>
          <a:ext cx="6776781" cy="1746520"/>
        </p:xfrm>
        <a:graphic>
          <a:graphicData uri="http://schemas.openxmlformats.org/drawingml/2006/table">
            <a:tbl>
              <a:tblPr>
                <a:noFill/>
                <a:tableStyleId>{E96284A0-B14C-4C2D-B731-6C7B5FDCEEF5}</a:tableStyleId>
              </a:tblPr>
              <a:tblGrid>
                <a:gridCol w="6776781">
                  <a:extLst>
                    <a:ext uri="{9D8B030D-6E8A-4147-A177-3AD203B41FA5}">
                      <a16:colId xmlns:a16="http://schemas.microsoft.com/office/drawing/2014/main" val="2485789147"/>
                    </a:ext>
                  </a:extLst>
                </a:gridCol>
              </a:tblGrid>
              <a:tr h="344656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Спроектировать сети по топологии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CLOS 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3056197"/>
                  </a:ext>
                </a:extLst>
              </a:tr>
              <a:tr h="344656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Распределить адресные пулы адресов для 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underlay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overlay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уровней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5291074"/>
                  </a:ext>
                </a:extLst>
              </a:tr>
              <a:tr h="34465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Настроить все технологии изученные в процессе обучения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3034106"/>
                  </a:ext>
                </a:extLst>
              </a:tr>
              <a:tr h="34465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Настроить </a:t>
                      </a:r>
                      <a:r>
                        <a:rPr lang="en-US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Multipod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между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Arista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Juniper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1544305"/>
                  </a:ext>
                </a:extLst>
              </a:tr>
              <a:tr h="34465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Построение отказоустойчивой масштабируемой сети 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7282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1"/>
          <p:cNvSpPr txBox="1">
            <a:spLocks noGrp="1"/>
          </p:cNvSpPr>
          <p:nvPr>
            <p:ph type="title"/>
          </p:nvPr>
        </p:nvSpPr>
        <p:spPr>
          <a:xfrm>
            <a:off x="522853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/>
              <a:t>Что планировалось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5" name="Google Shape;115;p21">
            <a:extLst>
              <a:ext uri="{FF2B5EF4-FFF2-40B4-BE49-F238E27FC236}">
                <a16:creationId xmlns:a16="http://schemas.microsoft.com/office/drawing/2014/main" id="{FD1F484F-2E7B-4319-9CDA-175519C2D50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02837244"/>
              </p:ext>
            </p:extLst>
          </p:nvPr>
        </p:nvGraphicFramePr>
        <p:xfrm>
          <a:off x="952500" y="1544194"/>
          <a:ext cx="7239000" cy="1397216"/>
        </p:xfrm>
        <a:graphic>
          <a:graphicData uri="http://schemas.openxmlformats.org/drawingml/2006/table">
            <a:tbl>
              <a:tblPr>
                <a:noFill/>
                <a:tableStyleId>{E96284A0-B14C-4C2D-B731-6C7B5FDCEEF5}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 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Настроить подключение серверов к 2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leaf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для резервирования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Проверить связность между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POD</a:t>
                      </a:r>
                      <a:r>
                        <a:rPr lang="ru-RU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ами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одного клиента через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L2VNI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Проверить связность внутри и между </a:t>
                      </a:r>
                      <a:r>
                        <a:rPr lang="ru-RU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PODами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разных клиентов через L3VNI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 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Организовать единую точку выхода из </a:t>
                      </a:r>
                      <a:r>
                        <a:rPr lang="ru-RU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ЦОДа</a:t>
                      </a:r>
                      <a:endParaRPr lang="ru-RU"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44892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Используемые технологии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22" name="Google Shape;122;p22"/>
          <p:cNvGraphicFramePr/>
          <p:nvPr>
            <p:extLst>
              <p:ext uri="{D42A27DB-BD31-4B8C-83A1-F6EECF244321}">
                <p14:modId xmlns:p14="http://schemas.microsoft.com/office/powerpoint/2010/main" val="1691360927"/>
              </p:ext>
            </p:extLst>
          </p:nvPr>
        </p:nvGraphicFramePr>
        <p:xfrm>
          <a:off x="952500" y="1544194"/>
          <a:ext cx="7239000" cy="1397216"/>
        </p:xfrm>
        <a:graphic>
          <a:graphicData uri="http://schemas.openxmlformats.org/drawingml/2006/table">
            <a:tbl>
              <a:tblPr>
                <a:noFill/>
                <a:tableStyleId>{E96284A0-B14C-4C2D-B731-6C7B5FDCEEF5}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MCLAG, LACP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VXLAN, VLAN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EVPN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OSPF, eBGP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4"/>
          <p:cNvSpPr txBox="1">
            <a:spLocks noGrp="1"/>
          </p:cNvSpPr>
          <p:nvPr>
            <p:ph type="title" idx="4294967295"/>
          </p:nvPr>
        </p:nvSpPr>
        <p:spPr>
          <a:xfrm>
            <a:off x="3559900" y="1"/>
            <a:ext cx="1472900" cy="66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>
                <a:latin typeface="Roboto" panose="02000000000000000000" pitchFamily="2" charset="0"/>
                <a:ea typeface="Roboto" panose="02000000000000000000" pitchFamily="2" charset="0"/>
              </a:rPr>
              <a:t>Схем</a:t>
            </a:r>
            <a:r>
              <a:rPr lang="ru-RU" sz="3000" dirty="0">
                <a:latin typeface="Roboto" panose="02000000000000000000" pitchFamily="2" charset="0"/>
                <a:ea typeface="Roboto" panose="02000000000000000000" pitchFamily="2" charset="0"/>
              </a:rPr>
              <a:t>а</a:t>
            </a:r>
            <a:endParaRPr sz="30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6FF3CF3-CA09-4A21-BA58-51597D5B3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399" y="492381"/>
            <a:ext cx="7819201" cy="4240741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Рукописный ввод 1">
                <a:extLst>
                  <a:ext uri="{FF2B5EF4-FFF2-40B4-BE49-F238E27FC236}">
                    <a16:creationId xmlns:a16="http://schemas.microsoft.com/office/drawing/2014/main" id="{DB7D25F9-57AE-43B0-9CA5-CB92CB53E5B5}"/>
                  </a:ext>
                </a:extLst>
              </p14:cNvPr>
              <p14:cNvContentPartPr/>
              <p14:nvPr/>
            </p14:nvContentPartPr>
            <p14:xfrm>
              <a:off x="4325400" y="2503800"/>
              <a:ext cx="1443600" cy="1482840"/>
            </p14:xfrm>
          </p:contentPart>
        </mc:Choice>
        <mc:Fallback>
          <p:pic>
            <p:nvPicPr>
              <p:cNvPr id="2" name="Рукописный ввод 1">
                <a:extLst>
                  <a:ext uri="{FF2B5EF4-FFF2-40B4-BE49-F238E27FC236}">
                    <a16:creationId xmlns:a16="http://schemas.microsoft.com/office/drawing/2014/main" id="{DB7D25F9-57AE-43B0-9CA5-CB92CB53E5B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316040" y="2494440"/>
                <a:ext cx="1462320" cy="15015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Что получилось</a:t>
            </a:r>
            <a:r>
              <a:rPr lang="en-US" sz="3000" dirty="0"/>
              <a:t>:</a:t>
            </a:r>
            <a:endParaRPr sz="3000" dirty="0"/>
          </a:p>
        </p:txBody>
      </p:sp>
      <p:sp>
        <p:nvSpPr>
          <p:cNvPr id="130" name="Google Shape;130;p23"/>
          <p:cNvSpPr txBox="1"/>
          <p:nvPr/>
        </p:nvSpPr>
        <p:spPr>
          <a:xfrm>
            <a:off x="0" y="390312"/>
            <a:ext cx="8468475" cy="395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Client1 POD Juniper </a:t>
            </a:r>
            <a:r>
              <a:rPr lang="ru-RU" sz="15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подключен посредство технологии </a:t>
            </a:r>
            <a:r>
              <a:rPr lang="en-US" sz="1500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MCLAG</a:t>
            </a:r>
            <a:endParaRPr sz="1500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3970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</a:pPr>
            <a:endParaRPr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22968B3-41F0-4F69-9CBC-0F90777DD3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53" y="714655"/>
            <a:ext cx="4616728" cy="378534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A197DDB-0911-4EBC-9EB7-18311B9038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9" y="714654"/>
            <a:ext cx="4552709" cy="378534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2598E20-EEC3-42E6-BB73-250F8E0F4F70}"/>
              </a:ext>
            </a:extLst>
          </p:cNvPr>
          <p:cNvSpPr txBox="1"/>
          <p:nvPr/>
        </p:nvSpPr>
        <p:spPr>
          <a:xfrm>
            <a:off x="115971" y="2793600"/>
            <a:ext cx="2943247" cy="8136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ru-R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F20052-E409-42E7-BF0A-E7BA883CBE8E}"/>
              </a:ext>
            </a:extLst>
          </p:cNvPr>
          <p:cNvSpPr txBox="1"/>
          <p:nvPr/>
        </p:nvSpPr>
        <p:spPr>
          <a:xfrm>
            <a:off x="4571999" y="2793600"/>
            <a:ext cx="3007265" cy="864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ru-RU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Рукописный ввод 1">
                <a:extLst>
                  <a:ext uri="{FF2B5EF4-FFF2-40B4-BE49-F238E27FC236}">
                    <a16:creationId xmlns:a16="http://schemas.microsoft.com/office/drawing/2014/main" id="{FBC71135-1D72-4E8A-963C-B05D8B2BB5C3}"/>
                  </a:ext>
                </a:extLst>
              </p14:cNvPr>
              <p14:cNvContentPartPr/>
              <p14:nvPr/>
            </p14:nvContentPartPr>
            <p14:xfrm>
              <a:off x="246600" y="3250440"/>
              <a:ext cx="2790000" cy="307440"/>
            </p14:xfrm>
          </p:contentPart>
        </mc:Choice>
        <mc:Fallback>
          <p:pic>
            <p:nvPicPr>
              <p:cNvPr id="2" name="Рукописный ввод 1">
                <a:extLst>
                  <a:ext uri="{FF2B5EF4-FFF2-40B4-BE49-F238E27FC236}">
                    <a16:creationId xmlns:a16="http://schemas.microsoft.com/office/drawing/2014/main" id="{FBC71135-1D72-4E8A-963C-B05D8B2BB5C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37240" y="3241080"/>
                <a:ext cx="2808720" cy="3261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3FA2D2-C05F-457C-A4A5-7D5CC044DAB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8520113" cy="576000"/>
          </a:xfrm>
        </p:spPr>
        <p:txBody>
          <a:bodyPr>
            <a:normAutofit/>
          </a:bodyPr>
          <a:lstStyle/>
          <a:p>
            <a:r>
              <a:rPr lang="ru" sz="1600" dirty="0">
                <a:latin typeface="Roboto" panose="02000000000000000000" pitchFamily="2" charset="0"/>
                <a:ea typeface="Roboto" panose="02000000000000000000" pitchFamily="2" charset="0"/>
              </a:rPr>
              <a:t>Что получилось</a:t>
            </a:r>
            <a:br>
              <a:rPr lang="en-US" sz="1600" dirty="0"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rPr>
              <a:t>Проверить связность между </a:t>
            </a:r>
            <a:r>
              <a:rPr lang="ru-RU" sz="1600" dirty="0" err="1"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rPr>
              <a:t>PODами</a:t>
            </a:r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rPr>
              <a:t> одного клиента через L2VNI</a:t>
            </a:r>
            <a:endParaRPr lang="ru-RU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F91AE35-9F0C-4E2C-8161-3C9C4D120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887" y="576000"/>
            <a:ext cx="7804801" cy="4149459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9A6BFB6-6E00-43FD-BF8F-8BD7B4C5FBF1}"/>
              </a:ext>
            </a:extLst>
          </p:cNvPr>
          <p:cNvSpPr/>
          <p:nvPr/>
        </p:nvSpPr>
        <p:spPr>
          <a:xfrm>
            <a:off x="837712" y="2772000"/>
            <a:ext cx="842400" cy="1144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41155D5-E4A2-489C-A575-2F48F4155D6B}"/>
              </a:ext>
            </a:extLst>
          </p:cNvPr>
          <p:cNvSpPr/>
          <p:nvPr/>
        </p:nvSpPr>
        <p:spPr>
          <a:xfrm>
            <a:off x="4403888" y="2499749"/>
            <a:ext cx="1281600" cy="22257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6D58B902-ECC1-432B-8C5A-7610B124427D}"/>
              </a:ext>
            </a:extLst>
          </p:cNvPr>
          <p:cNvCxnSpPr>
            <a:cxnSpLocks/>
          </p:cNvCxnSpPr>
          <p:nvPr/>
        </p:nvCxnSpPr>
        <p:spPr>
          <a:xfrm>
            <a:off x="1584000" y="3790847"/>
            <a:ext cx="3355200" cy="6155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Рукописный ввод 2">
                <a:extLst>
                  <a:ext uri="{FF2B5EF4-FFF2-40B4-BE49-F238E27FC236}">
                    <a16:creationId xmlns:a16="http://schemas.microsoft.com/office/drawing/2014/main" id="{25F953A9-B2D4-4B14-B956-638BC0C43FAE}"/>
                  </a:ext>
                </a:extLst>
              </p14:cNvPr>
              <p14:cNvContentPartPr/>
              <p14:nvPr/>
            </p14:nvContentPartPr>
            <p14:xfrm>
              <a:off x="1900080" y="3936240"/>
              <a:ext cx="2975760" cy="675360"/>
            </p14:xfrm>
          </p:contentPart>
        </mc:Choice>
        <mc:Fallback>
          <p:pic>
            <p:nvPicPr>
              <p:cNvPr id="3" name="Рукописный ввод 2">
                <a:extLst>
                  <a:ext uri="{FF2B5EF4-FFF2-40B4-BE49-F238E27FC236}">
                    <a16:creationId xmlns:a16="http://schemas.microsoft.com/office/drawing/2014/main" id="{25F953A9-B2D4-4B14-B956-638BC0C43FA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90720" y="3926880"/>
                <a:ext cx="2994480" cy="694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448469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0C29663F-7923-496B-8FDB-9741D0800808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8520113" cy="576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3600" kern="1200" spc="-38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" sz="1600" dirty="0">
                <a:latin typeface="Roboto" panose="02000000000000000000" pitchFamily="2" charset="0"/>
                <a:ea typeface="Roboto" panose="02000000000000000000" pitchFamily="2" charset="0"/>
              </a:rPr>
              <a:t>Что получилось</a:t>
            </a:r>
            <a:br>
              <a:rPr lang="en-US" sz="1600" dirty="0"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rPr>
              <a:t>Проверить связность между </a:t>
            </a:r>
            <a:r>
              <a:rPr lang="ru-RU" sz="1600" dirty="0" err="1"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rPr>
              <a:t>PODами</a:t>
            </a:r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  <a:cs typeface="Roboto"/>
                <a:sym typeface="Roboto"/>
              </a:rPr>
              <a:t> одного клиента через L2VNI</a:t>
            </a:r>
            <a:endParaRPr lang="ru-RU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5C63308-529A-4F04-B4F5-F6E3C4DB85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21" y="540138"/>
            <a:ext cx="4531979" cy="2375723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43C7F77-3547-4023-AB7F-B798590A70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21" y="2951820"/>
            <a:ext cx="5674533" cy="893536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785B514E-0E86-47A4-9238-044A380232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0" y="3881315"/>
            <a:ext cx="5674533" cy="846253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AD1DE44F-23E9-4C4F-9C42-B29F83C181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5999" y="1376273"/>
            <a:ext cx="4417980" cy="1348210"/>
          </a:xfrm>
          <a:prstGeom prst="rect">
            <a:avLst/>
          </a:prstGeom>
        </p:spPr>
      </p:pic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C8EE7440-3091-45B6-AC6D-26453932151E}"/>
              </a:ext>
            </a:extLst>
          </p:cNvPr>
          <p:cNvSpPr txBox="1">
            <a:spLocks/>
          </p:cNvSpPr>
          <p:nvPr/>
        </p:nvSpPr>
        <p:spPr>
          <a:xfrm>
            <a:off x="4612021" y="723163"/>
            <a:ext cx="4417979" cy="576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3600" kern="1200" spc="-38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</a:rPr>
              <a:t>Пинг </a:t>
            </a: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</a:rPr>
              <a:t>Client1 POD ARISTA -&gt;</a:t>
            </a:r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</a:rPr>
              <a:t>Client1 POD Juniper</a:t>
            </a:r>
            <a:endParaRPr lang="ru-RU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" name="Рукописный ввод 1">
                <a:extLst>
                  <a:ext uri="{FF2B5EF4-FFF2-40B4-BE49-F238E27FC236}">
                    <a16:creationId xmlns:a16="http://schemas.microsoft.com/office/drawing/2014/main" id="{9D833545-CB04-4F1F-A3D3-CFC22B404965}"/>
                  </a:ext>
                </a:extLst>
              </p14:cNvPr>
              <p14:cNvContentPartPr/>
              <p14:nvPr/>
            </p14:nvContentPartPr>
            <p14:xfrm>
              <a:off x="1711080" y="778680"/>
              <a:ext cx="7376040" cy="2907720"/>
            </p14:xfrm>
          </p:contentPart>
        </mc:Choice>
        <mc:Fallback>
          <p:pic>
            <p:nvPicPr>
              <p:cNvPr id="2" name="Рукописный ввод 1">
                <a:extLst>
                  <a:ext uri="{FF2B5EF4-FFF2-40B4-BE49-F238E27FC236}">
                    <a16:creationId xmlns:a16="http://schemas.microsoft.com/office/drawing/2014/main" id="{9D833545-CB04-4F1F-A3D3-CFC22B40496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701720" y="769320"/>
                <a:ext cx="7394760" cy="2926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192482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5980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" sz="1600" dirty="0">
                <a:latin typeface="Roboto" panose="02000000000000000000" pitchFamily="2" charset="0"/>
                <a:ea typeface="Roboto" panose="02000000000000000000" pitchFamily="2" charset="0"/>
              </a:rPr>
              <a:t>Что получилось</a:t>
            </a:r>
            <a:br>
              <a:rPr lang="en-US" sz="1600" dirty="0"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ru-RU" sz="1600" dirty="0">
                <a:latin typeface="Roboto"/>
                <a:ea typeface="Roboto"/>
                <a:cs typeface="Roboto"/>
                <a:sym typeface="Roboto"/>
              </a:rPr>
              <a:t>Проверить связность внутри и между </a:t>
            </a:r>
            <a:r>
              <a:rPr lang="ru-RU" sz="1600" dirty="0" err="1">
                <a:latin typeface="Roboto"/>
                <a:ea typeface="Roboto"/>
                <a:cs typeface="Roboto"/>
                <a:sym typeface="Roboto"/>
              </a:rPr>
              <a:t>PODами</a:t>
            </a:r>
            <a:r>
              <a:rPr lang="ru-RU" sz="1600" dirty="0">
                <a:latin typeface="Roboto"/>
                <a:ea typeface="Roboto"/>
                <a:cs typeface="Roboto"/>
                <a:sym typeface="Roboto"/>
              </a:rPr>
              <a:t> разных клиентов через L3VNI</a:t>
            </a:r>
            <a:br>
              <a:rPr lang="ru-RU" sz="1600" dirty="0">
                <a:latin typeface="Roboto"/>
                <a:ea typeface="Roboto"/>
                <a:cs typeface="Roboto"/>
                <a:sym typeface="Roboto"/>
              </a:rPr>
            </a:br>
            <a:br>
              <a:rPr lang="ru-RU" sz="3200" dirty="0">
                <a:latin typeface="Roboto" panose="02000000000000000000" pitchFamily="2" charset="0"/>
                <a:ea typeface="Roboto" panose="02000000000000000000" pitchFamily="2" charset="0"/>
              </a:rPr>
            </a:b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BB8E304-1D0D-4886-9D35-0A4E53C423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7" y="576000"/>
            <a:ext cx="7804801" cy="4149459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53637B4-9550-4A8D-9230-2239422DA867}"/>
              </a:ext>
            </a:extLst>
          </p:cNvPr>
          <p:cNvSpPr/>
          <p:nvPr/>
        </p:nvSpPr>
        <p:spPr>
          <a:xfrm>
            <a:off x="715312" y="2664000"/>
            <a:ext cx="947888" cy="1303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85E4A3A-C491-4690-98F9-9D57F0DF3F62}"/>
              </a:ext>
            </a:extLst>
          </p:cNvPr>
          <p:cNvSpPr/>
          <p:nvPr/>
        </p:nvSpPr>
        <p:spPr>
          <a:xfrm>
            <a:off x="1657200" y="2664000"/>
            <a:ext cx="947888" cy="1303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E9BF073-4854-4193-8010-7B764C2B468C}"/>
              </a:ext>
            </a:extLst>
          </p:cNvPr>
          <p:cNvSpPr/>
          <p:nvPr/>
        </p:nvSpPr>
        <p:spPr>
          <a:xfrm>
            <a:off x="5911200" y="2664000"/>
            <a:ext cx="1000688" cy="1362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6" name="Прямая со стрелкой 15">
            <a:extLst>
              <a:ext uri="{FF2B5EF4-FFF2-40B4-BE49-F238E27FC236}">
                <a16:creationId xmlns:a16="http://schemas.microsoft.com/office/drawing/2014/main" id="{85F0FAF1-6730-425B-98B5-A9549572F7CF}"/>
              </a:ext>
            </a:extLst>
          </p:cNvPr>
          <p:cNvCxnSpPr/>
          <p:nvPr/>
        </p:nvCxnSpPr>
        <p:spPr>
          <a:xfrm>
            <a:off x="1296000" y="3693600"/>
            <a:ext cx="62640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8913EF3D-6177-43C8-897A-A996CA455B9A}"/>
              </a:ext>
            </a:extLst>
          </p:cNvPr>
          <p:cNvCxnSpPr>
            <a:cxnSpLocks/>
          </p:cNvCxnSpPr>
          <p:nvPr/>
        </p:nvCxnSpPr>
        <p:spPr>
          <a:xfrm>
            <a:off x="2605088" y="3853200"/>
            <a:ext cx="3306112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" name="Рукописный ввод 2">
                <a:extLst>
                  <a:ext uri="{FF2B5EF4-FFF2-40B4-BE49-F238E27FC236}">
                    <a16:creationId xmlns:a16="http://schemas.microsoft.com/office/drawing/2014/main" id="{7DBA368A-2D60-4E5A-80CA-F65177A7C9D6}"/>
                  </a:ext>
                </a:extLst>
              </p14:cNvPr>
              <p14:cNvContentPartPr/>
              <p14:nvPr/>
            </p14:nvContentPartPr>
            <p14:xfrm>
              <a:off x="1232280" y="2478960"/>
              <a:ext cx="5036760" cy="1714680"/>
            </p14:xfrm>
          </p:contentPart>
        </mc:Choice>
        <mc:Fallback>
          <p:pic>
            <p:nvPicPr>
              <p:cNvPr id="3" name="Рукописный ввод 2">
                <a:extLst>
                  <a:ext uri="{FF2B5EF4-FFF2-40B4-BE49-F238E27FC236}">
                    <a16:creationId xmlns:a16="http://schemas.microsoft.com/office/drawing/2014/main" id="{7DBA368A-2D60-4E5A-80CA-F65177A7C9D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22920" y="2469600"/>
                <a:ext cx="5055480" cy="17334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7099F92-6F72-4E40-8B66-28996C146E9A}"/>
              </a:ext>
            </a:extLst>
          </p:cNvPr>
          <p:cNvSpPr txBox="1"/>
          <p:nvPr/>
        </p:nvSpPr>
        <p:spPr>
          <a:xfrm>
            <a:off x="0" y="9975"/>
            <a:ext cx="8920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" sz="1600" dirty="0">
                <a:latin typeface="Roboto" panose="02000000000000000000" pitchFamily="2" charset="0"/>
                <a:ea typeface="Roboto" panose="02000000000000000000" pitchFamily="2" charset="0"/>
              </a:rPr>
              <a:t>Что получилось</a:t>
            </a:r>
            <a:br>
              <a:rPr lang="en-US" sz="1600" dirty="0"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ru-RU" sz="1600" dirty="0">
                <a:latin typeface="Roboto"/>
                <a:ea typeface="Roboto"/>
                <a:cs typeface="Roboto"/>
                <a:sym typeface="Roboto"/>
              </a:rPr>
              <a:t>Проверить связность внутри и между </a:t>
            </a:r>
            <a:r>
              <a:rPr lang="ru-RU" sz="1600" dirty="0" err="1">
                <a:latin typeface="Roboto"/>
                <a:ea typeface="Roboto"/>
                <a:cs typeface="Roboto"/>
                <a:sym typeface="Roboto"/>
              </a:rPr>
              <a:t>PODами</a:t>
            </a:r>
            <a:r>
              <a:rPr lang="ru-RU" sz="1600" dirty="0">
                <a:latin typeface="Roboto"/>
                <a:ea typeface="Roboto"/>
                <a:cs typeface="Roboto"/>
                <a:sym typeface="Roboto"/>
              </a:rPr>
              <a:t> разных клиентов через L3VNI</a:t>
            </a:r>
            <a:endParaRPr lang="ru-RU" sz="16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8A80580-7F7B-4152-A41F-C7C10031DE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67" y="871125"/>
            <a:ext cx="8271723" cy="340125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Рукописный ввод 1">
                <a:extLst>
                  <a:ext uri="{FF2B5EF4-FFF2-40B4-BE49-F238E27FC236}">
                    <a16:creationId xmlns:a16="http://schemas.microsoft.com/office/drawing/2014/main" id="{F2FFE8E3-0D9B-4273-8DD1-85269ACC3FB7}"/>
                  </a:ext>
                </a:extLst>
              </p14:cNvPr>
              <p14:cNvContentPartPr/>
              <p14:nvPr/>
            </p14:nvContentPartPr>
            <p14:xfrm>
              <a:off x="4122000" y="2396880"/>
              <a:ext cx="4740120" cy="1989720"/>
            </p14:xfrm>
          </p:contentPart>
        </mc:Choice>
        <mc:Fallback>
          <p:pic>
            <p:nvPicPr>
              <p:cNvPr id="2" name="Рукописный ввод 1">
                <a:extLst>
                  <a:ext uri="{FF2B5EF4-FFF2-40B4-BE49-F238E27FC236}">
                    <a16:creationId xmlns:a16="http://schemas.microsoft.com/office/drawing/2014/main" id="{F2FFE8E3-0D9B-4273-8DD1-85269ACC3FB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112640" y="2387520"/>
                <a:ext cx="4758840" cy="2008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FFF7278-EC25-4D1C-9FF1-BDB71F0316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007" y="764670"/>
            <a:ext cx="5844193" cy="39824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CF3EE20-9EEA-48BC-904A-BC4FDF638481}"/>
              </a:ext>
            </a:extLst>
          </p:cNvPr>
          <p:cNvSpPr txBox="1"/>
          <p:nvPr/>
        </p:nvSpPr>
        <p:spPr>
          <a:xfrm>
            <a:off x="169200" y="99935"/>
            <a:ext cx="8787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" sz="1800" dirty="0">
                <a:latin typeface="Roboto" panose="02000000000000000000" pitchFamily="2" charset="0"/>
                <a:ea typeface="Roboto" panose="02000000000000000000" pitchFamily="2" charset="0"/>
              </a:rPr>
              <a:t>Что получилось</a:t>
            </a:r>
            <a:br>
              <a:rPr lang="en-US" sz="1800" dirty="0"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ru-RU" sz="1800" dirty="0">
                <a:latin typeface="Roboto"/>
                <a:ea typeface="Roboto"/>
                <a:cs typeface="Roboto"/>
                <a:sym typeface="Roboto"/>
              </a:rPr>
              <a:t>Проверить связность внутри и между </a:t>
            </a:r>
            <a:r>
              <a:rPr lang="ru-RU" sz="1800" dirty="0" err="1">
                <a:latin typeface="Roboto"/>
                <a:ea typeface="Roboto"/>
                <a:cs typeface="Roboto"/>
                <a:sym typeface="Roboto"/>
              </a:rPr>
              <a:t>PODами</a:t>
            </a:r>
            <a:r>
              <a:rPr lang="ru-RU" sz="1800" dirty="0">
                <a:latin typeface="Roboto"/>
                <a:ea typeface="Roboto"/>
                <a:cs typeface="Roboto"/>
                <a:sym typeface="Roboto"/>
              </a:rPr>
              <a:t> разных клиентов через L3VNI</a:t>
            </a:r>
            <a:endParaRPr lang="ru-RU" sz="18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" name="Рукописный ввод 1">
                <a:extLst>
                  <a:ext uri="{FF2B5EF4-FFF2-40B4-BE49-F238E27FC236}">
                    <a16:creationId xmlns:a16="http://schemas.microsoft.com/office/drawing/2014/main" id="{34BE77F3-AC82-4660-845E-5EBA6B053F74}"/>
                  </a:ext>
                </a:extLst>
              </p14:cNvPr>
              <p14:cNvContentPartPr/>
              <p14:nvPr/>
            </p14:nvContentPartPr>
            <p14:xfrm>
              <a:off x="3396960" y="1989360"/>
              <a:ext cx="2304000" cy="2129400"/>
            </p14:xfrm>
          </p:contentPart>
        </mc:Choice>
        <mc:Fallback>
          <p:pic>
            <p:nvPicPr>
              <p:cNvPr id="2" name="Рукописный ввод 1">
                <a:extLst>
                  <a:ext uri="{FF2B5EF4-FFF2-40B4-BE49-F238E27FC236}">
                    <a16:creationId xmlns:a16="http://schemas.microsoft.com/office/drawing/2014/main" id="{34BE77F3-AC82-4660-845E-5EBA6B053F7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387600" y="1980000"/>
                <a:ext cx="2322720" cy="2148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147173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E520643-3C94-4D42-8479-A297C7AD36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99" y="925687"/>
            <a:ext cx="5588161" cy="360311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A155385-9A4A-4C06-BC4C-5E6B7F3DB69D}"/>
              </a:ext>
            </a:extLst>
          </p:cNvPr>
          <p:cNvSpPr txBox="1"/>
          <p:nvPr/>
        </p:nvSpPr>
        <p:spPr>
          <a:xfrm>
            <a:off x="169200" y="99935"/>
            <a:ext cx="8787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" sz="1800" dirty="0">
                <a:latin typeface="Roboto" panose="02000000000000000000" pitchFamily="2" charset="0"/>
                <a:ea typeface="Roboto" panose="02000000000000000000" pitchFamily="2" charset="0"/>
              </a:rPr>
              <a:t>Что получилось</a:t>
            </a:r>
            <a:br>
              <a:rPr lang="en-US" sz="1800" dirty="0"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ru-RU" sz="1800" dirty="0">
                <a:latin typeface="Roboto"/>
                <a:ea typeface="Roboto"/>
                <a:cs typeface="Roboto"/>
                <a:sym typeface="Roboto"/>
              </a:rPr>
              <a:t>Проверить связность внутри и между </a:t>
            </a:r>
            <a:r>
              <a:rPr lang="ru-RU" sz="1800" dirty="0" err="1">
                <a:latin typeface="Roboto"/>
                <a:ea typeface="Roboto"/>
                <a:cs typeface="Roboto"/>
                <a:sym typeface="Roboto"/>
              </a:rPr>
              <a:t>PODами</a:t>
            </a:r>
            <a:r>
              <a:rPr lang="ru-RU" sz="1800" dirty="0">
                <a:latin typeface="Roboto"/>
                <a:ea typeface="Roboto"/>
                <a:cs typeface="Roboto"/>
                <a:sym typeface="Roboto"/>
              </a:rPr>
              <a:t> разных клиентов через L3VNI</a:t>
            </a:r>
            <a:endParaRPr lang="ru-RU" sz="1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9330CC-F026-49ED-A4F0-1CD274109F45}"/>
              </a:ext>
            </a:extLst>
          </p:cNvPr>
          <p:cNvSpPr txBox="1"/>
          <p:nvPr/>
        </p:nvSpPr>
        <p:spPr>
          <a:xfrm>
            <a:off x="5757360" y="1037635"/>
            <a:ext cx="3222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</a:rPr>
              <a:t>Пинг </a:t>
            </a: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</a:rPr>
              <a:t>Client2 POD Juniper -&gt;</a:t>
            </a:r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</a:rPr>
              <a:t>Client1 POD ARISTA</a:t>
            </a:r>
            <a:endParaRPr lang="ru-RU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F6485A-1499-4474-A08D-A3278EEDF204}"/>
              </a:ext>
            </a:extLst>
          </p:cNvPr>
          <p:cNvSpPr txBox="1"/>
          <p:nvPr/>
        </p:nvSpPr>
        <p:spPr>
          <a:xfrm>
            <a:off x="5757360" y="1884631"/>
            <a:ext cx="3222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</a:rPr>
              <a:t>Пинг </a:t>
            </a: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</a:rPr>
              <a:t>Client2 POD Juniper -&gt;</a:t>
            </a:r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</a:rPr>
              <a:t>Client1 POD Juniper</a:t>
            </a:r>
            <a:endParaRPr lang="ru-RU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6E9A73-3A38-4B4A-8354-6B7BCD755E68}"/>
              </a:ext>
            </a:extLst>
          </p:cNvPr>
          <p:cNvSpPr txBox="1"/>
          <p:nvPr/>
        </p:nvSpPr>
        <p:spPr>
          <a:xfrm>
            <a:off x="5757360" y="2914327"/>
            <a:ext cx="3222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</a:rPr>
              <a:t>Пинг </a:t>
            </a: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</a:rPr>
              <a:t>Client2 POD Juniper -&gt;</a:t>
            </a:r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</a:rPr>
              <a:t>Client3 POD ARISTA</a:t>
            </a:r>
            <a:endParaRPr lang="ru-RU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43799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7EF2EB-6BA7-46C7-B4C0-ECD977697E2D}"/>
              </a:ext>
            </a:extLst>
          </p:cNvPr>
          <p:cNvSpPr txBox="1"/>
          <p:nvPr/>
        </p:nvSpPr>
        <p:spPr>
          <a:xfrm>
            <a:off x="81000" y="0"/>
            <a:ext cx="898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" sz="1800" dirty="0">
                <a:latin typeface="Roboto" panose="02000000000000000000" pitchFamily="2" charset="0"/>
                <a:ea typeface="Roboto" panose="02000000000000000000" pitchFamily="2" charset="0"/>
              </a:rPr>
              <a:t>Что получилось</a:t>
            </a:r>
            <a:br>
              <a:rPr lang="en-US" sz="1800" dirty="0"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ru-RU" sz="1800" dirty="0">
                <a:latin typeface="Roboto"/>
                <a:ea typeface="Roboto"/>
                <a:cs typeface="Roboto"/>
                <a:sym typeface="Roboto"/>
              </a:rPr>
              <a:t>Проверить связность внутри и между </a:t>
            </a:r>
            <a:r>
              <a:rPr lang="ru-RU" sz="1800" dirty="0" err="1">
                <a:latin typeface="Roboto"/>
                <a:ea typeface="Roboto"/>
                <a:cs typeface="Roboto"/>
                <a:sym typeface="Roboto"/>
              </a:rPr>
              <a:t>PODами</a:t>
            </a:r>
            <a:r>
              <a:rPr lang="ru-RU" sz="1800" dirty="0">
                <a:latin typeface="Roboto"/>
                <a:ea typeface="Roboto"/>
                <a:cs typeface="Roboto"/>
                <a:sym typeface="Roboto"/>
              </a:rPr>
              <a:t> разных клиентов через L3VNI</a:t>
            </a:r>
            <a:endParaRPr lang="en-US" sz="1800" dirty="0">
              <a:latin typeface="Roboto"/>
              <a:ea typeface="Roboto"/>
              <a:cs typeface="Roboto"/>
              <a:sym typeface="Roboto"/>
            </a:endParaRPr>
          </a:p>
          <a:p>
            <a:r>
              <a:rPr lang="ru-RU" sz="1800" dirty="0">
                <a:latin typeface="Roboto"/>
                <a:ea typeface="Roboto"/>
                <a:sym typeface="Roboto"/>
              </a:rPr>
              <a:t>Немного настроек на стыке </a:t>
            </a:r>
            <a:r>
              <a:rPr lang="en-US" sz="1800" dirty="0">
                <a:latin typeface="Roboto"/>
                <a:ea typeface="Roboto"/>
                <a:sym typeface="Roboto"/>
              </a:rPr>
              <a:t>ARISTA --- Juniper</a:t>
            </a:r>
            <a:endParaRPr lang="ru-RU" sz="18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3B6D425-AB89-4073-968A-6C5A5EBFB0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01" y="923330"/>
            <a:ext cx="5239800" cy="1195709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BFF0CA4-6EDF-4202-91F4-A5CDDCF31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3482" y="923330"/>
            <a:ext cx="3657917" cy="1188823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D56972B-0F44-4661-A090-2105D209D6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99" y="2362950"/>
            <a:ext cx="6606011" cy="228105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3BD5996-0D1F-4690-8014-EADEE26CD2C2}"/>
              </a:ext>
            </a:extLst>
          </p:cNvPr>
          <p:cNvSpPr/>
          <p:nvPr/>
        </p:nvSpPr>
        <p:spPr>
          <a:xfrm>
            <a:off x="81000" y="4082400"/>
            <a:ext cx="4865400" cy="54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" name="Рукописный ввод 1">
                <a:extLst>
                  <a:ext uri="{FF2B5EF4-FFF2-40B4-BE49-F238E27FC236}">
                    <a16:creationId xmlns:a16="http://schemas.microsoft.com/office/drawing/2014/main" id="{6E953EAA-5143-43CE-8AB1-D618B668C070}"/>
                  </a:ext>
                </a:extLst>
              </p14:cNvPr>
              <p14:cNvContentPartPr/>
              <p14:nvPr/>
            </p14:nvContentPartPr>
            <p14:xfrm>
              <a:off x="32040" y="825120"/>
              <a:ext cx="5244120" cy="3758040"/>
            </p14:xfrm>
          </p:contentPart>
        </mc:Choice>
        <mc:Fallback>
          <p:pic>
            <p:nvPicPr>
              <p:cNvPr id="2" name="Рукописный ввод 1">
                <a:extLst>
                  <a:ext uri="{FF2B5EF4-FFF2-40B4-BE49-F238E27FC236}">
                    <a16:creationId xmlns:a16="http://schemas.microsoft.com/office/drawing/2014/main" id="{6E953EAA-5143-43CE-8AB1-D618B668C07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2680" y="815760"/>
                <a:ext cx="5262840" cy="3776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929472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F5E1589-6392-4303-B9B7-A53611D9EBD8}"/>
              </a:ext>
            </a:extLst>
          </p:cNvPr>
          <p:cNvSpPr txBox="1"/>
          <p:nvPr/>
        </p:nvSpPr>
        <p:spPr>
          <a:xfrm>
            <a:off x="0" y="0"/>
            <a:ext cx="9198000" cy="707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 dirty="0">
                <a:latin typeface="Roboto" panose="02000000000000000000" pitchFamily="2" charset="0"/>
                <a:ea typeface="Roboto" panose="02000000000000000000" pitchFamily="2" charset="0"/>
              </a:rPr>
              <a:t>Что получилось</a:t>
            </a:r>
            <a:br>
              <a:rPr lang="en-US" sz="1800" dirty="0"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ru-RU" sz="1800" dirty="0">
                <a:latin typeface="Roboto"/>
                <a:ea typeface="Roboto"/>
                <a:cs typeface="Roboto"/>
                <a:sym typeface="Roboto"/>
              </a:rPr>
              <a:t>Организовать единую точку выхода из </a:t>
            </a:r>
            <a:r>
              <a:rPr lang="ru-RU" sz="1800" dirty="0" err="1">
                <a:latin typeface="Roboto"/>
                <a:ea typeface="Roboto"/>
                <a:cs typeface="Roboto"/>
                <a:sym typeface="Roboto"/>
              </a:rPr>
              <a:t>ЦОДа</a:t>
            </a:r>
            <a:endParaRPr lang="ru-RU" sz="1800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9C98ABF-05A0-433E-B74C-2EC0BCEE4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256" y="707501"/>
            <a:ext cx="7557488" cy="4017974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AA3DE3E-B53A-4C52-966D-C60527E02701}"/>
              </a:ext>
            </a:extLst>
          </p:cNvPr>
          <p:cNvSpPr/>
          <p:nvPr/>
        </p:nvSpPr>
        <p:spPr>
          <a:xfrm>
            <a:off x="7135200" y="3096000"/>
            <a:ext cx="1195200" cy="1447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51C5DF-3685-47F6-8D25-DEB09C0FE6A2}"/>
              </a:ext>
            </a:extLst>
          </p:cNvPr>
          <p:cNvSpPr txBox="1"/>
          <p:nvPr/>
        </p:nvSpPr>
        <p:spPr>
          <a:xfrm>
            <a:off x="7473600" y="2808000"/>
            <a:ext cx="74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0/0</a:t>
            </a:r>
            <a:endParaRPr lang="ru-RU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" name="Рукописный ввод 1">
                <a:extLst>
                  <a:ext uri="{FF2B5EF4-FFF2-40B4-BE49-F238E27FC236}">
                    <a16:creationId xmlns:a16="http://schemas.microsoft.com/office/drawing/2014/main" id="{B9E15158-B36E-46B8-BE0E-0CFCAC541926}"/>
                  </a:ext>
                </a:extLst>
              </p14:cNvPr>
              <p14:cNvContentPartPr/>
              <p14:nvPr/>
            </p14:nvContentPartPr>
            <p14:xfrm>
              <a:off x="1482480" y="2754000"/>
              <a:ext cx="7158240" cy="1861200"/>
            </p14:xfrm>
          </p:contentPart>
        </mc:Choice>
        <mc:Fallback>
          <p:pic>
            <p:nvPicPr>
              <p:cNvPr id="2" name="Рукописный ввод 1">
                <a:extLst>
                  <a:ext uri="{FF2B5EF4-FFF2-40B4-BE49-F238E27FC236}">
                    <a16:creationId xmlns:a16="http://schemas.microsoft.com/office/drawing/2014/main" id="{B9E15158-B36E-46B8-BE0E-0CFCAC54192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73120" y="2744640"/>
                <a:ext cx="7176960" cy="1879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267532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007B829-A668-48A6-A5C0-1467366DA2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89" y="1632903"/>
            <a:ext cx="9007621" cy="6248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9CD2B02-8FD5-46B3-917B-8E0102820070}"/>
              </a:ext>
            </a:extLst>
          </p:cNvPr>
          <p:cNvSpPr txBox="1"/>
          <p:nvPr/>
        </p:nvSpPr>
        <p:spPr>
          <a:xfrm>
            <a:off x="126000" y="29315"/>
            <a:ext cx="7110000" cy="707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 dirty="0">
                <a:latin typeface="Roboto" panose="02000000000000000000" pitchFamily="2" charset="0"/>
                <a:ea typeface="Roboto" panose="02000000000000000000" pitchFamily="2" charset="0"/>
              </a:rPr>
              <a:t>Что получилось</a:t>
            </a:r>
            <a:br>
              <a:rPr lang="en-US" sz="1800" dirty="0"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ru-RU" sz="1800" dirty="0">
                <a:latin typeface="Roboto"/>
                <a:ea typeface="Roboto"/>
                <a:cs typeface="Roboto"/>
                <a:sym typeface="Roboto"/>
              </a:rPr>
              <a:t>Организовать единую точку выхода из </a:t>
            </a:r>
            <a:r>
              <a:rPr lang="ru-RU" sz="1800" dirty="0" err="1">
                <a:latin typeface="Roboto"/>
                <a:ea typeface="Roboto"/>
                <a:cs typeface="Roboto"/>
                <a:sym typeface="Roboto"/>
              </a:rPr>
              <a:t>ЦОДа</a:t>
            </a:r>
            <a:endParaRPr lang="ru-RU" sz="1800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8ED2807-99A4-4118-95B8-BD0284D55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89" y="2660076"/>
            <a:ext cx="6264183" cy="123454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C330978-81DA-495D-B91F-EEB131D26323}"/>
              </a:ext>
            </a:extLst>
          </p:cNvPr>
          <p:cNvSpPr txBox="1"/>
          <p:nvPr/>
        </p:nvSpPr>
        <p:spPr>
          <a:xfrm>
            <a:off x="597600" y="1166400"/>
            <a:ext cx="203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ARISTA LEAF1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32E39B-5BC3-4135-911B-450D9C99D615}"/>
              </a:ext>
            </a:extLst>
          </p:cNvPr>
          <p:cNvSpPr txBox="1"/>
          <p:nvPr/>
        </p:nvSpPr>
        <p:spPr>
          <a:xfrm>
            <a:off x="597600" y="2286136"/>
            <a:ext cx="203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Juniper LEAF1</a:t>
            </a:r>
            <a:endParaRPr lang="ru-RU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D406DD5-F9E3-43CF-A3EE-3A8D7260C90F}"/>
              </a:ext>
            </a:extLst>
          </p:cNvPr>
          <p:cNvSpPr/>
          <p:nvPr/>
        </p:nvSpPr>
        <p:spPr>
          <a:xfrm>
            <a:off x="8337600" y="1785600"/>
            <a:ext cx="496800" cy="4721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4F606825-B0EC-4B81-A0F2-E5B55184C79E}"/>
              </a:ext>
            </a:extLst>
          </p:cNvPr>
          <p:cNvSpPr/>
          <p:nvPr/>
        </p:nvSpPr>
        <p:spPr>
          <a:xfrm>
            <a:off x="3297600" y="2952000"/>
            <a:ext cx="676800" cy="676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Рукописный ввод 1">
                <a:extLst>
                  <a:ext uri="{FF2B5EF4-FFF2-40B4-BE49-F238E27FC236}">
                    <a16:creationId xmlns:a16="http://schemas.microsoft.com/office/drawing/2014/main" id="{EE60AC8C-2A28-446E-8928-DB47D30A8D8F}"/>
                  </a:ext>
                </a:extLst>
              </p14:cNvPr>
              <p14:cNvContentPartPr/>
              <p14:nvPr/>
            </p14:nvContentPartPr>
            <p14:xfrm>
              <a:off x="700200" y="1575360"/>
              <a:ext cx="8244000" cy="789480"/>
            </p14:xfrm>
          </p:contentPart>
        </mc:Choice>
        <mc:Fallback>
          <p:pic>
            <p:nvPicPr>
              <p:cNvPr id="2" name="Рукописный ввод 1">
                <a:extLst>
                  <a:ext uri="{FF2B5EF4-FFF2-40B4-BE49-F238E27FC236}">
                    <a16:creationId xmlns:a16="http://schemas.microsoft.com/office/drawing/2014/main" id="{EE60AC8C-2A28-446E-8928-DB47D30A8D8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90840" y="1566000"/>
                <a:ext cx="8262720" cy="808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264078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A895A17-8F3E-4DBB-A709-2C177597AD1A}"/>
              </a:ext>
            </a:extLst>
          </p:cNvPr>
          <p:cNvSpPr txBox="1"/>
          <p:nvPr/>
        </p:nvSpPr>
        <p:spPr>
          <a:xfrm>
            <a:off x="111600" y="134975"/>
            <a:ext cx="6346800" cy="707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 dirty="0">
                <a:latin typeface="Roboto" panose="02000000000000000000" pitchFamily="2" charset="0"/>
                <a:ea typeface="Roboto" panose="02000000000000000000" pitchFamily="2" charset="0"/>
              </a:rPr>
              <a:t>Что получилось</a:t>
            </a:r>
            <a:br>
              <a:rPr lang="en-US" sz="1800" dirty="0"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ru-RU" sz="1800" dirty="0">
                <a:latin typeface="Roboto"/>
                <a:ea typeface="Roboto"/>
                <a:cs typeface="Roboto"/>
                <a:sym typeface="Roboto"/>
              </a:rPr>
              <a:t>Организовать единую точку выхода из </a:t>
            </a:r>
            <a:r>
              <a:rPr lang="ru-RU" sz="1800" dirty="0" err="1">
                <a:latin typeface="Roboto"/>
                <a:ea typeface="Roboto"/>
                <a:cs typeface="Roboto"/>
                <a:sym typeface="Roboto"/>
              </a:rPr>
              <a:t>ЦОДа</a:t>
            </a:r>
            <a:endParaRPr lang="ru-RU" sz="1800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8F4887A-7AAE-47FF-BAF8-EE059FEF36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01" y="1121889"/>
            <a:ext cx="4451430" cy="112508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CC58F1C-1D98-487C-A176-FE7FA5A430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01" y="2768773"/>
            <a:ext cx="4460399" cy="11250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25922AD-C977-45B1-9013-D2A714138EB8}"/>
              </a:ext>
            </a:extLst>
          </p:cNvPr>
          <p:cNvSpPr txBox="1"/>
          <p:nvPr/>
        </p:nvSpPr>
        <p:spPr>
          <a:xfrm>
            <a:off x="245281" y="796384"/>
            <a:ext cx="3516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</a:rPr>
              <a:t>Пинг </a:t>
            </a: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</a:rPr>
              <a:t>Client1 POD ARISTA -&gt;</a:t>
            </a:r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</a:rPr>
              <a:t>8.8.8.8</a:t>
            </a:r>
            <a:endParaRPr lang="ru-RU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A5301F-27EA-437A-B1C8-8B752C51B514}"/>
              </a:ext>
            </a:extLst>
          </p:cNvPr>
          <p:cNvSpPr txBox="1"/>
          <p:nvPr/>
        </p:nvSpPr>
        <p:spPr>
          <a:xfrm>
            <a:off x="229918" y="2405457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</a:rPr>
              <a:t>Пинг </a:t>
            </a: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</a:rPr>
              <a:t>Client3 POD ARISTA -&gt;</a:t>
            </a:r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</a:rPr>
              <a:t>8.8.8.8</a:t>
            </a:r>
            <a:endParaRPr lang="ru-RU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9CE0CA-AA0E-4660-92C1-99F23B0A737C}"/>
              </a:ext>
            </a:extLst>
          </p:cNvPr>
          <p:cNvSpPr txBox="1"/>
          <p:nvPr/>
        </p:nvSpPr>
        <p:spPr>
          <a:xfrm>
            <a:off x="4904881" y="796384"/>
            <a:ext cx="3516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</a:rPr>
              <a:t>Пинг </a:t>
            </a: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</a:rPr>
              <a:t>Client1 POD Juniper -&gt;</a:t>
            </a:r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</a:rPr>
              <a:t>8.8.8.8</a:t>
            </a:r>
            <a:endParaRPr lang="ru-RU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72B7E2-9BDB-401A-A9FB-A285BF19D155}"/>
              </a:ext>
            </a:extLst>
          </p:cNvPr>
          <p:cNvSpPr txBox="1"/>
          <p:nvPr/>
        </p:nvSpPr>
        <p:spPr>
          <a:xfrm>
            <a:off x="4904881" y="2387084"/>
            <a:ext cx="3893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</a:rPr>
              <a:t>Пинг </a:t>
            </a: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</a:rPr>
              <a:t>Client2 POD Juniper -&gt;</a:t>
            </a:r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</a:rPr>
              <a:t>8.8.8.8</a:t>
            </a:r>
            <a:endParaRPr lang="ru-RU" sz="16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CD739717-FBC3-4F96-8BCE-C7B56875C0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3602" y="1121889"/>
            <a:ext cx="4348798" cy="1125086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FCBD1A84-3196-4C5F-AC89-BF1D4AA24C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4632" y="2768773"/>
            <a:ext cx="4469368" cy="112508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" name="Рукописный ввод 1">
                <a:extLst>
                  <a:ext uri="{FF2B5EF4-FFF2-40B4-BE49-F238E27FC236}">
                    <a16:creationId xmlns:a16="http://schemas.microsoft.com/office/drawing/2014/main" id="{26A3522F-EBB6-47EA-A914-4BE85C91FED0}"/>
                  </a:ext>
                </a:extLst>
              </p14:cNvPr>
              <p14:cNvContentPartPr/>
              <p14:nvPr/>
            </p14:nvContentPartPr>
            <p14:xfrm>
              <a:off x="4525560" y="1010880"/>
              <a:ext cx="210960" cy="7560"/>
            </p14:xfrm>
          </p:contentPart>
        </mc:Choice>
        <mc:Fallback>
          <p:pic>
            <p:nvPicPr>
              <p:cNvPr id="2" name="Рукописный ввод 1">
                <a:extLst>
                  <a:ext uri="{FF2B5EF4-FFF2-40B4-BE49-F238E27FC236}">
                    <a16:creationId xmlns:a16="http://schemas.microsoft.com/office/drawing/2014/main" id="{26A3522F-EBB6-47EA-A914-4BE85C91FED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516200" y="1001520"/>
                <a:ext cx="229680" cy="26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326911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41;p25">
            <a:extLst>
              <a:ext uri="{FF2B5EF4-FFF2-40B4-BE49-F238E27FC236}">
                <a16:creationId xmlns:a16="http://schemas.microsoft.com/office/drawing/2014/main" id="{45FFC766-09AD-41C0-9928-F34C4CAA5667}"/>
              </a:ext>
            </a:extLst>
          </p:cNvPr>
          <p:cNvSpPr txBox="1">
            <a:spLocks/>
          </p:cNvSpPr>
          <p:nvPr/>
        </p:nvSpPr>
        <p:spPr>
          <a:xfrm>
            <a:off x="500550" y="330724"/>
            <a:ext cx="7945050" cy="5476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3600" kern="1200" spc="-38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ru-RU" sz="3000"/>
              <a:t>Выводы и планы по развитию</a:t>
            </a:r>
          </a:p>
          <a:p>
            <a:pPr>
              <a:spcBef>
                <a:spcPts val="0"/>
              </a:spcBef>
            </a:pPr>
            <a:endParaRPr lang="ru-RU" sz="3000"/>
          </a:p>
          <a:p>
            <a:pPr>
              <a:spcBef>
                <a:spcPts val="0"/>
              </a:spcBef>
            </a:pPr>
            <a:endParaRPr lang="ru-RU" sz="3000"/>
          </a:p>
          <a:p>
            <a:pPr>
              <a:spcBef>
                <a:spcPts val="0"/>
              </a:spcBef>
            </a:pPr>
            <a:endParaRPr lang="ru-RU" dirty="0"/>
          </a:p>
        </p:txBody>
      </p:sp>
      <p:graphicFrame>
        <p:nvGraphicFramePr>
          <p:cNvPr id="3" name="Google Shape;142;p25">
            <a:extLst>
              <a:ext uri="{FF2B5EF4-FFF2-40B4-BE49-F238E27FC236}">
                <a16:creationId xmlns:a16="http://schemas.microsoft.com/office/drawing/2014/main" id="{88745E42-0710-4FB1-8A25-5CF50C9B98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83839675"/>
              </p:ext>
            </p:extLst>
          </p:nvPr>
        </p:nvGraphicFramePr>
        <p:xfrm>
          <a:off x="952500" y="1544194"/>
          <a:ext cx="7223150" cy="2430034"/>
        </p:xfrm>
        <a:graphic>
          <a:graphicData uri="http://schemas.openxmlformats.org/drawingml/2006/table">
            <a:tbl>
              <a:tblPr>
                <a:noFill/>
                <a:tableStyleId>{E96284A0-B14C-4C2D-B731-6C7B5FDCEEF5}</a:tableStyleId>
              </a:tblPr>
              <a:tblGrid>
                <a:gridCol w="473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Получилось организовать отказоустойчивость как на подключения к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leaf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так и  маршрутизации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В лабораторной получилось протестировать, падение одного из участников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MCLAG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В лабораторной удалось организовать связность между двумя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POD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В лабораторной удалось организовать единую точку выхода в интернет.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Данная схема сильно зависит от оборудования и софта (так на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QFX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версии 17 собрать лабу не удалось)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126023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Рукописный ввод 3">
                <a:extLst>
                  <a:ext uri="{FF2B5EF4-FFF2-40B4-BE49-F238E27FC236}">
                    <a16:creationId xmlns:a16="http://schemas.microsoft.com/office/drawing/2014/main" id="{8D4C6430-9D02-4373-A8A4-0B9D8171996B}"/>
                  </a:ext>
                </a:extLst>
              </p14:cNvPr>
              <p14:cNvContentPartPr/>
              <p14:nvPr/>
            </p14:nvContentPartPr>
            <p14:xfrm>
              <a:off x="1553760" y="2889720"/>
              <a:ext cx="6258240" cy="839520"/>
            </p14:xfrm>
          </p:contentPart>
        </mc:Choice>
        <mc:Fallback>
          <p:pic>
            <p:nvPicPr>
              <p:cNvPr id="4" name="Рукописный ввод 3">
                <a:extLst>
                  <a:ext uri="{FF2B5EF4-FFF2-40B4-BE49-F238E27FC236}">
                    <a16:creationId xmlns:a16="http://schemas.microsoft.com/office/drawing/2014/main" id="{8D4C6430-9D02-4373-A8A4-0B9D8171996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44400" y="2880360"/>
                <a:ext cx="6276960" cy="858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557014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6"/>
          <p:cNvSpPr txBox="1">
            <a:spLocks noGrp="1"/>
          </p:cNvSpPr>
          <p:nvPr>
            <p:ph type="title"/>
          </p:nvPr>
        </p:nvSpPr>
        <p:spPr>
          <a:xfrm>
            <a:off x="956225" y="396394"/>
            <a:ext cx="7559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900"/>
              <a:t>Спасибо за внимание!</a:t>
            </a:r>
            <a:br>
              <a:rPr lang="ru" sz="5000" b="0"/>
            </a:br>
            <a:endParaRPr sz="1400" b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Ретро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593</TotalTime>
  <Words>415</Words>
  <Application>Microsoft Office PowerPoint</Application>
  <PresentationFormat>Экран (16:9)</PresentationFormat>
  <Paragraphs>79</Paragraphs>
  <Slides>21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21</vt:i4>
      </vt:variant>
    </vt:vector>
  </HeadingPairs>
  <TitlesOfParts>
    <vt:vector size="29" baseType="lpstr">
      <vt:lpstr>-apple-system</vt:lpstr>
      <vt:lpstr>Arial</vt:lpstr>
      <vt:lpstr>Calibri</vt:lpstr>
      <vt:lpstr>Calibri Light</vt:lpstr>
      <vt:lpstr>Courier New</vt:lpstr>
      <vt:lpstr>Roboto</vt:lpstr>
      <vt:lpstr>Ретро</vt:lpstr>
      <vt:lpstr>Светлая тема</vt:lpstr>
      <vt:lpstr>Дизайн сетей ЦОД </vt:lpstr>
      <vt:lpstr>Меня хорошо видно &amp; слышно?</vt:lpstr>
      <vt:lpstr>Защита проекта Тема: Multipod между Arista и Juniper    </vt:lpstr>
      <vt:lpstr>План защиты </vt:lpstr>
      <vt:lpstr>Цели проекта</vt:lpstr>
      <vt:lpstr>Что планировалось </vt:lpstr>
      <vt:lpstr>Используемые технологии  </vt:lpstr>
      <vt:lpstr>Схема   </vt:lpstr>
      <vt:lpstr>Что получилось:</vt:lpstr>
      <vt:lpstr>Что получилось Проверить связность между PODами одного клиента через L2VNI</vt:lpstr>
      <vt:lpstr>Презентация PowerPoint</vt:lpstr>
      <vt:lpstr>Что получилось Проверить связность внутри и между PODами разных клиентов через L3VNI    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Название курса </dc:title>
  <dc:creator>AKA</dc:creator>
  <cp:lastModifiedBy>Владислав Шантур</cp:lastModifiedBy>
  <cp:revision>21</cp:revision>
  <dcterms:modified xsi:type="dcterms:W3CDTF">2026-03-16T20:33:24Z</dcterms:modified>
</cp:coreProperties>
</file>